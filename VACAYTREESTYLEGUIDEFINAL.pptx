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Baskervville"/>
      <p:regular r:id="rId22"/>
      <p:bold r:id="rId23"/>
      <p:italic r:id="rId24"/>
      <p:boldItalic r:id="rId25"/>
    </p:embeddedFont>
    <p:embeddedFont>
      <p:font typeface="Poppins Light"/>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944">
          <p15:clr>
            <a:srgbClr val="747775"/>
          </p15:clr>
        </p15:guide>
        <p15:guide id="2" pos="436">
          <p15:clr>
            <a:srgbClr val="747775"/>
          </p15:clr>
        </p15:guide>
        <p15:guide id="3" orient="horz" pos="261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44"/>
        <p:guide pos="436"/>
        <p:guide pos="2618"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Baskervville-regular.fntdata"/><Relationship Id="rId21" Type="http://schemas.openxmlformats.org/officeDocument/2006/relationships/slide" Target="slides/slide16.xml"/><Relationship Id="rId24" Type="http://schemas.openxmlformats.org/officeDocument/2006/relationships/font" Target="fonts/Baskervville-italic.fntdata"/><Relationship Id="rId23" Type="http://schemas.openxmlformats.org/officeDocument/2006/relationships/font" Target="fonts/Baskervville-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Light-regular.fntdata"/><Relationship Id="rId25" Type="http://schemas.openxmlformats.org/officeDocument/2006/relationships/font" Target="fonts/Baskervville-boldItalic.fntdata"/><Relationship Id="rId28" Type="http://schemas.openxmlformats.org/officeDocument/2006/relationships/font" Target="fonts/PoppinsLight-italic.fntdata"/><Relationship Id="rId27" Type="http://schemas.openxmlformats.org/officeDocument/2006/relationships/font" Target="fonts/PoppinsLigh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da65c5236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da65c5236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9da65c5236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9da65c5236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da65c523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9da65c523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e009103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9e009103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d29df05b0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9d29df05b0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9d29df05b0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9d29df05b0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d29df05b0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d29df05b0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d29df05b0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9d29df05b0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d29df05b0_0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9d29df05b0_0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9d29df05b0_0_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9d29df05b0_0_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9d29df05b0_0_1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9d29df05b0_0_1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9da65c52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9da65c52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9d5cd900e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9d5cd900e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6cf325b92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6cf325b92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9d5cd900e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9d5cd900e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two body">
  <p:cSld name="TITLE_AND_BODY_1">
    <p:spTree>
      <p:nvGrpSpPr>
        <p:cNvPr id="50" name="Shape 50"/>
        <p:cNvGrpSpPr/>
        <p:nvPr/>
      </p:nvGrpSpPr>
      <p:grpSpPr>
        <a:xfrm>
          <a:off x="0" y="0"/>
          <a:ext cx="0" cy="0"/>
          <a:chOff x="0" y="0"/>
          <a:chExt cx="0" cy="0"/>
        </a:xfrm>
      </p:grpSpPr>
      <p:sp>
        <p:nvSpPr>
          <p:cNvPr id="51" name="Google Shape;51;p13"/>
          <p:cNvSpPr txBox="1"/>
          <p:nvPr>
            <p:ph idx="12" type="sldNum"/>
          </p:nvPr>
        </p:nvSpPr>
        <p:spPr>
          <a:xfrm>
            <a:off x="8485902" y="258750"/>
            <a:ext cx="431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13"/>
          <p:cNvSpPr txBox="1"/>
          <p:nvPr>
            <p:ph idx="1" type="subTitle"/>
          </p:nvPr>
        </p:nvSpPr>
        <p:spPr>
          <a:xfrm rot="-5400000">
            <a:off x="-106275" y="461212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53" name="Google Shape;53;p13"/>
          <p:cNvSpPr txBox="1"/>
          <p:nvPr>
            <p:ph idx="2" type="subTitle"/>
          </p:nvPr>
        </p:nvSpPr>
        <p:spPr>
          <a:xfrm rot="-5400000">
            <a:off x="-106275" y="3884650"/>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54" name="Google Shape;54;p13"/>
          <p:cNvSpPr txBox="1"/>
          <p:nvPr>
            <p:ph idx="3" type="subTitle"/>
          </p:nvPr>
        </p:nvSpPr>
        <p:spPr>
          <a:xfrm rot="-5400000">
            <a:off x="-106275" y="315717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55" name="Google Shape;55;p13"/>
          <p:cNvSpPr txBox="1"/>
          <p:nvPr>
            <p:ph idx="4" type="subTitle"/>
          </p:nvPr>
        </p:nvSpPr>
        <p:spPr>
          <a:xfrm rot="-5400000">
            <a:off x="-106275" y="2429700"/>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56" name="Google Shape;56;p13"/>
          <p:cNvSpPr txBox="1"/>
          <p:nvPr>
            <p:ph idx="5" type="subTitle"/>
          </p:nvPr>
        </p:nvSpPr>
        <p:spPr>
          <a:xfrm rot="-5400000">
            <a:off x="-106275" y="170222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57" name="Google Shape;57;p13"/>
          <p:cNvSpPr txBox="1"/>
          <p:nvPr>
            <p:ph idx="6" type="subTitle"/>
          </p:nvPr>
        </p:nvSpPr>
        <p:spPr>
          <a:xfrm rot="-5400000">
            <a:off x="-106275" y="974750"/>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58" name="Google Shape;58;p13"/>
          <p:cNvSpPr txBox="1"/>
          <p:nvPr>
            <p:ph idx="7" type="subTitle"/>
          </p:nvPr>
        </p:nvSpPr>
        <p:spPr>
          <a:xfrm rot="-5400000">
            <a:off x="-106275" y="24727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59" name="Google Shape;59;p13"/>
          <p:cNvSpPr txBox="1"/>
          <p:nvPr>
            <p:ph idx="8" type="body"/>
          </p:nvPr>
        </p:nvSpPr>
        <p:spPr>
          <a:xfrm>
            <a:off x="620775" y="1064250"/>
            <a:ext cx="6179400" cy="2128500"/>
          </a:xfrm>
          <a:prstGeom prst="rect">
            <a:avLst/>
          </a:prstGeom>
        </p:spPr>
        <p:txBody>
          <a:bodyPr anchorCtr="0" anchor="t" bIns="91425" lIns="91425" spcFirstLastPara="1" rIns="91425" wrap="square" tIns="91425">
            <a:norm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0"/>
              </a:spcBef>
              <a:spcAft>
                <a:spcPts val="0"/>
              </a:spcAft>
              <a:buSzPts val="2600"/>
              <a:buChar char="○"/>
              <a:defRPr sz="2600"/>
            </a:lvl2pPr>
            <a:lvl3pPr indent="-393700" lvl="2" marL="1371600">
              <a:lnSpc>
                <a:spcPct val="100000"/>
              </a:lnSpc>
              <a:spcBef>
                <a:spcPts val="0"/>
              </a:spcBef>
              <a:spcAft>
                <a:spcPts val="0"/>
              </a:spcAft>
              <a:buSzPts val="2600"/>
              <a:buChar char="■"/>
              <a:defRPr sz="2600"/>
            </a:lvl3pPr>
            <a:lvl4pPr indent="-393700" lvl="3" marL="1828800">
              <a:lnSpc>
                <a:spcPct val="100000"/>
              </a:lnSpc>
              <a:spcBef>
                <a:spcPts val="0"/>
              </a:spcBef>
              <a:spcAft>
                <a:spcPts val="0"/>
              </a:spcAft>
              <a:buSzPts val="2600"/>
              <a:buChar char="●"/>
              <a:defRPr sz="2600"/>
            </a:lvl4pPr>
            <a:lvl5pPr indent="-393700" lvl="4" marL="2286000">
              <a:lnSpc>
                <a:spcPct val="100000"/>
              </a:lnSpc>
              <a:spcBef>
                <a:spcPts val="0"/>
              </a:spcBef>
              <a:spcAft>
                <a:spcPts val="0"/>
              </a:spcAft>
              <a:buSzPts val="2600"/>
              <a:buChar char="○"/>
              <a:defRPr sz="2600"/>
            </a:lvl5pPr>
            <a:lvl6pPr indent="-393700" lvl="5" marL="2743200">
              <a:lnSpc>
                <a:spcPct val="100000"/>
              </a:lnSpc>
              <a:spcBef>
                <a:spcPts val="0"/>
              </a:spcBef>
              <a:spcAft>
                <a:spcPts val="0"/>
              </a:spcAft>
              <a:buSzPts val="2600"/>
              <a:buChar char="■"/>
              <a:defRPr sz="2600"/>
            </a:lvl6pPr>
            <a:lvl7pPr indent="-393700" lvl="6" marL="3200400">
              <a:lnSpc>
                <a:spcPct val="100000"/>
              </a:lnSpc>
              <a:spcBef>
                <a:spcPts val="0"/>
              </a:spcBef>
              <a:spcAft>
                <a:spcPts val="0"/>
              </a:spcAft>
              <a:buSzPts val="2600"/>
              <a:buChar char="●"/>
              <a:defRPr sz="2600"/>
            </a:lvl7pPr>
            <a:lvl8pPr indent="-393700" lvl="7" marL="3657600">
              <a:lnSpc>
                <a:spcPct val="100000"/>
              </a:lnSpc>
              <a:spcBef>
                <a:spcPts val="0"/>
              </a:spcBef>
              <a:spcAft>
                <a:spcPts val="0"/>
              </a:spcAft>
              <a:buSzPts val="2600"/>
              <a:buChar char="○"/>
              <a:defRPr sz="2600"/>
            </a:lvl8pPr>
            <a:lvl9pPr indent="-393700" lvl="8" marL="4114800">
              <a:lnSpc>
                <a:spcPct val="100000"/>
              </a:lnSpc>
              <a:spcBef>
                <a:spcPts val="0"/>
              </a:spcBef>
              <a:spcAft>
                <a:spcPts val="0"/>
              </a:spcAft>
              <a:buSzPts val="2600"/>
              <a:buChar char="■"/>
              <a:defRPr sz="2600"/>
            </a:lvl9pPr>
          </a:lstStyle>
          <a:p/>
        </p:txBody>
      </p:sp>
      <p:sp>
        <p:nvSpPr>
          <p:cNvPr id="60" name="Google Shape;60;p13"/>
          <p:cNvSpPr txBox="1"/>
          <p:nvPr>
            <p:ph idx="9" type="subTitle"/>
          </p:nvPr>
        </p:nvSpPr>
        <p:spPr>
          <a:xfrm>
            <a:off x="4177851" y="3598475"/>
            <a:ext cx="2225100" cy="3276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1" name="Google Shape;61;p13"/>
          <p:cNvSpPr txBox="1"/>
          <p:nvPr>
            <p:ph idx="13" type="body"/>
          </p:nvPr>
        </p:nvSpPr>
        <p:spPr>
          <a:xfrm>
            <a:off x="4177886" y="3977102"/>
            <a:ext cx="2225100" cy="10401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62" name="Google Shape;62;p13"/>
          <p:cNvSpPr txBox="1"/>
          <p:nvPr>
            <p:ph idx="14" type="subTitle"/>
          </p:nvPr>
        </p:nvSpPr>
        <p:spPr>
          <a:xfrm>
            <a:off x="6622495" y="3598475"/>
            <a:ext cx="2225100" cy="3276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3" name="Google Shape;63;p13"/>
          <p:cNvSpPr txBox="1"/>
          <p:nvPr>
            <p:ph idx="15" type="body"/>
          </p:nvPr>
        </p:nvSpPr>
        <p:spPr>
          <a:xfrm>
            <a:off x="6622525" y="3977102"/>
            <a:ext cx="2225100" cy="10401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64" name="Google Shape;64;p13"/>
          <p:cNvSpPr txBox="1"/>
          <p:nvPr>
            <p:ph type="title"/>
          </p:nvPr>
        </p:nvSpPr>
        <p:spPr>
          <a:xfrm>
            <a:off x="620775" y="258750"/>
            <a:ext cx="7747800" cy="1040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SzPts val="5000"/>
              <a:buNone/>
              <a:defRPr sz="5000"/>
            </a:lvl1pPr>
            <a:lvl2pPr lvl="1">
              <a:lnSpc>
                <a:spcPct val="80000"/>
              </a:lnSpc>
              <a:spcBef>
                <a:spcPts val="0"/>
              </a:spcBef>
              <a:spcAft>
                <a:spcPts val="0"/>
              </a:spcAft>
              <a:buSzPts val="5000"/>
              <a:buFont typeface="Poppins"/>
              <a:buNone/>
              <a:defRPr sz="5000"/>
            </a:lvl2pPr>
            <a:lvl3pPr lvl="2">
              <a:lnSpc>
                <a:spcPct val="80000"/>
              </a:lnSpc>
              <a:spcBef>
                <a:spcPts val="0"/>
              </a:spcBef>
              <a:spcAft>
                <a:spcPts val="0"/>
              </a:spcAft>
              <a:buSzPts val="5000"/>
              <a:buFont typeface="Poppins"/>
              <a:buNone/>
              <a:defRPr sz="5000"/>
            </a:lvl3pPr>
            <a:lvl4pPr lvl="3">
              <a:lnSpc>
                <a:spcPct val="80000"/>
              </a:lnSpc>
              <a:spcBef>
                <a:spcPts val="0"/>
              </a:spcBef>
              <a:spcAft>
                <a:spcPts val="0"/>
              </a:spcAft>
              <a:buSzPts val="5000"/>
              <a:buFont typeface="Poppins"/>
              <a:buNone/>
              <a:defRPr sz="5000"/>
            </a:lvl4pPr>
            <a:lvl5pPr lvl="4">
              <a:lnSpc>
                <a:spcPct val="80000"/>
              </a:lnSpc>
              <a:spcBef>
                <a:spcPts val="0"/>
              </a:spcBef>
              <a:spcAft>
                <a:spcPts val="0"/>
              </a:spcAft>
              <a:buSzPts val="5000"/>
              <a:buFont typeface="Poppins"/>
              <a:buNone/>
              <a:defRPr sz="5000"/>
            </a:lvl5pPr>
            <a:lvl6pPr lvl="5">
              <a:lnSpc>
                <a:spcPct val="80000"/>
              </a:lnSpc>
              <a:spcBef>
                <a:spcPts val="0"/>
              </a:spcBef>
              <a:spcAft>
                <a:spcPts val="0"/>
              </a:spcAft>
              <a:buSzPts val="5000"/>
              <a:buFont typeface="Poppins"/>
              <a:buNone/>
              <a:defRPr sz="5000"/>
            </a:lvl6pPr>
            <a:lvl7pPr lvl="6">
              <a:lnSpc>
                <a:spcPct val="80000"/>
              </a:lnSpc>
              <a:spcBef>
                <a:spcPts val="0"/>
              </a:spcBef>
              <a:spcAft>
                <a:spcPts val="0"/>
              </a:spcAft>
              <a:buSzPts val="5000"/>
              <a:buFont typeface="Poppins"/>
              <a:buNone/>
              <a:defRPr sz="5000"/>
            </a:lvl7pPr>
            <a:lvl8pPr lvl="7">
              <a:lnSpc>
                <a:spcPct val="80000"/>
              </a:lnSpc>
              <a:spcBef>
                <a:spcPts val="0"/>
              </a:spcBef>
              <a:spcAft>
                <a:spcPts val="0"/>
              </a:spcAft>
              <a:buSzPts val="5000"/>
              <a:buFont typeface="Poppins"/>
              <a:buNone/>
              <a:defRPr sz="5000"/>
            </a:lvl8pPr>
            <a:lvl9pPr lvl="8">
              <a:lnSpc>
                <a:spcPct val="80000"/>
              </a:lnSpc>
              <a:spcBef>
                <a:spcPts val="0"/>
              </a:spcBef>
              <a:spcAft>
                <a:spcPts val="0"/>
              </a:spcAft>
              <a:buSzPts val="5000"/>
              <a:buFont typeface="Poppins"/>
              <a:buNone/>
              <a:defRPr sz="5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and description">
  <p:cSld name="TITLE_AND_TWO_COLUMNS_1">
    <p:spTree>
      <p:nvGrpSpPr>
        <p:cNvPr id="65" name="Shape 65"/>
        <p:cNvGrpSpPr/>
        <p:nvPr/>
      </p:nvGrpSpPr>
      <p:grpSpPr>
        <a:xfrm>
          <a:off x="0" y="0"/>
          <a:ext cx="0" cy="0"/>
          <a:chOff x="0" y="0"/>
          <a:chExt cx="0" cy="0"/>
        </a:xfrm>
      </p:grpSpPr>
      <p:sp>
        <p:nvSpPr>
          <p:cNvPr id="66" name="Google Shape;66;p14"/>
          <p:cNvSpPr txBox="1"/>
          <p:nvPr>
            <p:ph idx="1" type="body"/>
          </p:nvPr>
        </p:nvSpPr>
        <p:spPr>
          <a:xfrm>
            <a:off x="620775" y="1469575"/>
            <a:ext cx="3508200" cy="3416400"/>
          </a:xfrm>
          <a:prstGeom prst="rect">
            <a:avLst/>
          </a:prstGeom>
        </p:spPr>
        <p:txBody>
          <a:bodyPr anchorCtr="0" anchor="t" bIns="91425" lIns="91425" spcFirstLastPara="1" rIns="91425" wrap="square" tIns="91425">
            <a:normAutofit/>
          </a:bodyPr>
          <a:lstStyle>
            <a:lvl1pPr indent="-317500" lvl="0" marL="457200">
              <a:lnSpc>
                <a:spcPct val="100000"/>
              </a:lnSpc>
              <a:spcBef>
                <a:spcPts val="0"/>
              </a:spcBef>
              <a:spcAft>
                <a:spcPts val="0"/>
              </a:spcAft>
              <a:buSzPts val="1400"/>
              <a:buChar char="●"/>
              <a:defRPr sz="1400"/>
            </a:lvl1pPr>
            <a:lvl2pPr indent="-304800" lvl="1" marL="914400">
              <a:lnSpc>
                <a:spcPct val="100000"/>
              </a:lnSpc>
              <a:spcBef>
                <a:spcPts val="0"/>
              </a:spcBef>
              <a:spcAft>
                <a:spcPts val="0"/>
              </a:spcAft>
              <a:buSzPts val="1200"/>
              <a:buChar char="○"/>
              <a:defRPr sz="1200"/>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67" name="Google Shape;67;p14"/>
          <p:cNvSpPr txBox="1"/>
          <p:nvPr>
            <p:ph idx="2" type="subTitle"/>
          </p:nvPr>
        </p:nvSpPr>
        <p:spPr>
          <a:xfrm rot="-5400000">
            <a:off x="-106275" y="461212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68" name="Google Shape;68;p14"/>
          <p:cNvSpPr txBox="1"/>
          <p:nvPr>
            <p:ph idx="3" type="subTitle"/>
          </p:nvPr>
        </p:nvSpPr>
        <p:spPr>
          <a:xfrm rot="-5400000">
            <a:off x="-106275" y="3884650"/>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69" name="Google Shape;69;p14"/>
          <p:cNvSpPr txBox="1"/>
          <p:nvPr>
            <p:ph idx="4" type="subTitle"/>
          </p:nvPr>
        </p:nvSpPr>
        <p:spPr>
          <a:xfrm rot="-5400000">
            <a:off x="-106275" y="315717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70" name="Google Shape;70;p14"/>
          <p:cNvSpPr txBox="1"/>
          <p:nvPr>
            <p:ph idx="5" type="subTitle"/>
          </p:nvPr>
        </p:nvSpPr>
        <p:spPr>
          <a:xfrm rot="-5400000">
            <a:off x="-106275" y="2429700"/>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71" name="Google Shape;71;p14"/>
          <p:cNvSpPr txBox="1"/>
          <p:nvPr>
            <p:ph idx="6" type="subTitle"/>
          </p:nvPr>
        </p:nvSpPr>
        <p:spPr>
          <a:xfrm rot="-5400000">
            <a:off x="-106275" y="170222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72" name="Google Shape;72;p14"/>
          <p:cNvSpPr txBox="1"/>
          <p:nvPr>
            <p:ph idx="7" type="subTitle"/>
          </p:nvPr>
        </p:nvSpPr>
        <p:spPr>
          <a:xfrm rot="-5400000">
            <a:off x="-106275" y="974750"/>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73" name="Google Shape;73;p14"/>
          <p:cNvSpPr txBox="1"/>
          <p:nvPr>
            <p:ph idx="8" type="subTitle"/>
          </p:nvPr>
        </p:nvSpPr>
        <p:spPr>
          <a:xfrm rot="-5400000">
            <a:off x="-106275" y="24727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74" name="Google Shape;74;p14"/>
          <p:cNvSpPr txBox="1"/>
          <p:nvPr>
            <p:ph idx="12" type="sldNum"/>
          </p:nvPr>
        </p:nvSpPr>
        <p:spPr>
          <a:xfrm>
            <a:off x="8485902" y="258750"/>
            <a:ext cx="431400" cy="393600"/>
          </a:xfrm>
          <a:prstGeom prst="rect">
            <a:avLst/>
          </a:prstGeom>
        </p:spPr>
        <p:txBody>
          <a:bodyPr anchorCtr="0" anchor="ctr" bIns="91425" lIns="91425" spcFirstLastPara="1" rIns="91425" wrap="square" tIns="91425">
            <a:norm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4"/>
          <p:cNvSpPr txBox="1"/>
          <p:nvPr>
            <p:ph type="title"/>
          </p:nvPr>
        </p:nvSpPr>
        <p:spPr>
          <a:xfrm>
            <a:off x="620775" y="258750"/>
            <a:ext cx="3508200" cy="1040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SzPts val="3700"/>
              <a:buNone/>
              <a:defRPr sz="3700"/>
            </a:lvl1pPr>
            <a:lvl2pPr lvl="1">
              <a:lnSpc>
                <a:spcPct val="80000"/>
              </a:lnSpc>
              <a:spcBef>
                <a:spcPts val="0"/>
              </a:spcBef>
              <a:spcAft>
                <a:spcPts val="0"/>
              </a:spcAft>
              <a:buSzPts val="3700"/>
              <a:buFont typeface="Poppins"/>
              <a:buNone/>
              <a:defRPr sz="3700"/>
            </a:lvl2pPr>
            <a:lvl3pPr lvl="2">
              <a:lnSpc>
                <a:spcPct val="80000"/>
              </a:lnSpc>
              <a:spcBef>
                <a:spcPts val="0"/>
              </a:spcBef>
              <a:spcAft>
                <a:spcPts val="0"/>
              </a:spcAft>
              <a:buSzPts val="3700"/>
              <a:buFont typeface="Poppins"/>
              <a:buNone/>
              <a:defRPr sz="3700"/>
            </a:lvl3pPr>
            <a:lvl4pPr lvl="3">
              <a:lnSpc>
                <a:spcPct val="80000"/>
              </a:lnSpc>
              <a:spcBef>
                <a:spcPts val="0"/>
              </a:spcBef>
              <a:spcAft>
                <a:spcPts val="0"/>
              </a:spcAft>
              <a:buSzPts val="3700"/>
              <a:buFont typeface="Poppins"/>
              <a:buNone/>
              <a:defRPr sz="3700"/>
            </a:lvl4pPr>
            <a:lvl5pPr lvl="4">
              <a:lnSpc>
                <a:spcPct val="80000"/>
              </a:lnSpc>
              <a:spcBef>
                <a:spcPts val="0"/>
              </a:spcBef>
              <a:spcAft>
                <a:spcPts val="0"/>
              </a:spcAft>
              <a:buSzPts val="3700"/>
              <a:buFont typeface="Poppins"/>
              <a:buNone/>
              <a:defRPr sz="3700"/>
            </a:lvl5pPr>
            <a:lvl6pPr lvl="5">
              <a:lnSpc>
                <a:spcPct val="80000"/>
              </a:lnSpc>
              <a:spcBef>
                <a:spcPts val="0"/>
              </a:spcBef>
              <a:spcAft>
                <a:spcPts val="0"/>
              </a:spcAft>
              <a:buSzPts val="3700"/>
              <a:buFont typeface="Poppins"/>
              <a:buNone/>
              <a:defRPr sz="3700"/>
            </a:lvl6pPr>
            <a:lvl7pPr lvl="6">
              <a:lnSpc>
                <a:spcPct val="80000"/>
              </a:lnSpc>
              <a:spcBef>
                <a:spcPts val="0"/>
              </a:spcBef>
              <a:spcAft>
                <a:spcPts val="0"/>
              </a:spcAft>
              <a:buSzPts val="3700"/>
              <a:buFont typeface="Poppins"/>
              <a:buNone/>
              <a:defRPr sz="3700"/>
            </a:lvl7pPr>
            <a:lvl8pPr lvl="7">
              <a:lnSpc>
                <a:spcPct val="80000"/>
              </a:lnSpc>
              <a:spcBef>
                <a:spcPts val="0"/>
              </a:spcBef>
              <a:spcAft>
                <a:spcPts val="0"/>
              </a:spcAft>
              <a:buSzPts val="3700"/>
              <a:buFont typeface="Poppins"/>
              <a:buNone/>
              <a:defRPr sz="3700"/>
            </a:lvl8pPr>
            <a:lvl9pPr lvl="8">
              <a:lnSpc>
                <a:spcPct val="80000"/>
              </a:lnSpc>
              <a:spcBef>
                <a:spcPts val="0"/>
              </a:spcBef>
              <a:spcAft>
                <a:spcPts val="0"/>
              </a:spcAft>
              <a:buSzPts val="3700"/>
              <a:buFont typeface="Poppins"/>
              <a:buNone/>
              <a:defRPr sz="3700"/>
            </a:lvl9pPr>
          </a:lstStyle>
          <a:p/>
        </p:txBody>
      </p:sp>
      <p:sp>
        <p:nvSpPr>
          <p:cNvPr id="76" name="Google Shape;76;p14"/>
          <p:cNvSpPr/>
          <p:nvPr>
            <p:ph idx="9" type="pic"/>
          </p:nvPr>
        </p:nvSpPr>
        <p:spPr>
          <a:xfrm>
            <a:off x="6796700" y="0"/>
            <a:ext cx="2347200" cy="2739600"/>
          </a:xfrm>
          <a:prstGeom prst="rect">
            <a:avLst/>
          </a:prstGeom>
          <a:noFill/>
          <a:ln cap="flat" cmpd="sng" w="9525">
            <a:solidFill>
              <a:schemeClr val="lt1"/>
            </a:solidFill>
            <a:prstDash val="solid"/>
            <a:round/>
            <a:headEnd len="sm" w="sm" type="none"/>
            <a:tailEnd len="sm" w="sm" type="none"/>
          </a:ln>
        </p:spPr>
      </p:sp>
      <p:sp>
        <p:nvSpPr>
          <p:cNvPr id="77" name="Google Shape;77;p14"/>
          <p:cNvSpPr/>
          <p:nvPr>
            <p:ph idx="13" type="pic"/>
          </p:nvPr>
        </p:nvSpPr>
        <p:spPr>
          <a:xfrm>
            <a:off x="4434825" y="2753975"/>
            <a:ext cx="4709100" cy="2389800"/>
          </a:xfrm>
          <a:prstGeom prst="rect">
            <a:avLst/>
          </a:prstGeom>
          <a:noFill/>
          <a:ln cap="flat" cmpd="sng" w="9525">
            <a:solidFill>
              <a:schemeClr val="lt1"/>
            </a:solidFill>
            <a:prstDash val="solid"/>
            <a:round/>
            <a:headEnd len="sm" w="sm" type="none"/>
            <a:tailEnd len="sm" w="sm" type="none"/>
          </a:ln>
        </p:spPr>
      </p:sp>
      <p:sp>
        <p:nvSpPr>
          <p:cNvPr id="78" name="Google Shape;78;p14"/>
          <p:cNvSpPr/>
          <p:nvPr>
            <p:ph idx="14" type="pic"/>
          </p:nvPr>
        </p:nvSpPr>
        <p:spPr>
          <a:xfrm>
            <a:off x="4434825" y="0"/>
            <a:ext cx="2347200" cy="2739600"/>
          </a:xfrm>
          <a:prstGeom prst="rect">
            <a:avLst/>
          </a:prstGeom>
          <a:noFill/>
          <a:ln cap="flat" cmpd="sng" w="9525">
            <a:solidFill>
              <a:schemeClr val="lt1"/>
            </a:solidFill>
            <a:prstDash val="solid"/>
            <a:round/>
            <a:headEnd len="sm" w="sm" type="none"/>
            <a:tailEnd len="sm" w="sm" type="none"/>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with annotations">
  <p:cSld name="CAPTION_ONLY_1">
    <p:spTree>
      <p:nvGrpSpPr>
        <p:cNvPr id="79" name="Shape 79"/>
        <p:cNvGrpSpPr/>
        <p:nvPr/>
      </p:nvGrpSpPr>
      <p:grpSpPr>
        <a:xfrm>
          <a:off x="0" y="0"/>
          <a:ext cx="0" cy="0"/>
          <a:chOff x="0" y="0"/>
          <a:chExt cx="0" cy="0"/>
        </a:xfrm>
      </p:grpSpPr>
      <p:sp>
        <p:nvSpPr>
          <p:cNvPr id="80" name="Google Shape;80;p15"/>
          <p:cNvSpPr txBox="1"/>
          <p:nvPr>
            <p:ph idx="12" type="sldNum"/>
          </p:nvPr>
        </p:nvSpPr>
        <p:spPr>
          <a:xfrm>
            <a:off x="8485902" y="258750"/>
            <a:ext cx="431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15"/>
          <p:cNvSpPr txBox="1"/>
          <p:nvPr>
            <p:ph idx="1" type="body"/>
          </p:nvPr>
        </p:nvSpPr>
        <p:spPr>
          <a:xfrm>
            <a:off x="620775" y="982825"/>
            <a:ext cx="3192600" cy="17229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2" name="Google Shape;82;p15"/>
          <p:cNvSpPr txBox="1"/>
          <p:nvPr>
            <p:ph idx="2" type="subTitle"/>
          </p:nvPr>
        </p:nvSpPr>
        <p:spPr>
          <a:xfrm rot="-5400000">
            <a:off x="-106275" y="461212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83" name="Google Shape;83;p15"/>
          <p:cNvSpPr txBox="1"/>
          <p:nvPr>
            <p:ph idx="3" type="subTitle"/>
          </p:nvPr>
        </p:nvSpPr>
        <p:spPr>
          <a:xfrm rot="-5400000">
            <a:off x="-106275" y="3884650"/>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84" name="Google Shape;84;p15"/>
          <p:cNvSpPr txBox="1"/>
          <p:nvPr>
            <p:ph idx="4" type="subTitle"/>
          </p:nvPr>
        </p:nvSpPr>
        <p:spPr>
          <a:xfrm rot="-5400000">
            <a:off x="-106275" y="315717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85" name="Google Shape;85;p15"/>
          <p:cNvSpPr txBox="1"/>
          <p:nvPr>
            <p:ph idx="5" type="subTitle"/>
          </p:nvPr>
        </p:nvSpPr>
        <p:spPr>
          <a:xfrm rot="-5400000">
            <a:off x="-106275" y="2429700"/>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86" name="Google Shape;86;p15"/>
          <p:cNvSpPr txBox="1"/>
          <p:nvPr>
            <p:ph idx="6" type="subTitle"/>
          </p:nvPr>
        </p:nvSpPr>
        <p:spPr>
          <a:xfrm rot="-5400000">
            <a:off x="-106275" y="170222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87" name="Google Shape;87;p15"/>
          <p:cNvSpPr txBox="1"/>
          <p:nvPr>
            <p:ph idx="7" type="subTitle"/>
          </p:nvPr>
        </p:nvSpPr>
        <p:spPr>
          <a:xfrm rot="-5400000">
            <a:off x="-106275" y="974750"/>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88" name="Google Shape;88;p15"/>
          <p:cNvSpPr txBox="1"/>
          <p:nvPr>
            <p:ph idx="8" type="subTitle"/>
          </p:nvPr>
        </p:nvSpPr>
        <p:spPr>
          <a:xfrm rot="-5400000">
            <a:off x="-106275" y="24727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89" name="Google Shape;89;p15"/>
          <p:cNvSpPr txBox="1"/>
          <p:nvPr>
            <p:ph type="title"/>
          </p:nvPr>
        </p:nvSpPr>
        <p:spPr>
          <a:xfrm>
            <a:off x="620775" y="258750"/>
            <a:ext cx="3192600" cy="1040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SzPts val="5000"/>
              <a:buNone/>
              <a:defRPr sz="5000"/>
            </a:lvl1pPr>
            <a:lvl2pPr lvl="1">
              <a:lnSpc>
                <a:spcPct val="80000"/>
              </a:lnSpc>
              <a:spcBef>
                <a:spcPts val="0"/>
              </a:spcBef>
              <a:spcAft>
                <a:spcPts val="0"/>
              </a:spcAft>
              <a:buSzPts val="5000"/>
              <a:buFont typeface="Poppins"/>
              <a:buNone/>
              <a:defRPr sz="5000"/>
            </a:lvl2pPr>
            <a:lvl3pPr lvl="2">
              <a:lnSpc>
                <a:spcPct val="80000"/>
              </a:lnSpc>
              <a:spcBef>
                <a:spcPts val="0"/>
              </a:spcBef>
              <a:spcAft>
                <a:spcPts val="0"/>
              </a:spcAft>
              <a:buSzPts val="5000"/>
              <a:buFont typeface="Poppins"/>
              <a:buNone/>
              <a:defRPr sz="5000"/>
            </a:lvl3pPr>
            <a:lvl4pPr lvl="3">
              <a:lnSpc>
                <a:spcPct val="80000"/>
              </a:lnSpc>
              <a:spcBef>
                <a:spcPts val="0"/>
              </a:spcBef>
              <a:spcAft>
                <a:spcPts val="0"/>
              </a:spcAft>
              <a:buSzPts val="5000"/>
              <a:buFont typeface="Poppins"/>
              <a:buNone/>
              <a:defRPr sz="5000"/>
            </a:lvl4pPr>
            <a:lvl5pPr lvl="4">
              <a:lnSpc>
                <a:spcPct val="80000"/>
              </a:lnSpc>
              <a:spcBef>
                <a:spcPts val="0"/>
              </a:spcBef>
              <a:spcAft>
                <a:spcPts val="0"/>
              </a:spcAft>
              <a:buSzPts val="5000"/>
              <a:buFont typeface="Poppins"/>
              <a:buNone/>
              <a:defRPr sz="5000"/>
            </a:lvl5pPr>
            <a:lvl6pPr lvl="5">
              <a:lnSpc>
                <a:spcPct val="80000"/>
              </a:lnSpc>
              <a:spcBef>
                <a:spcPts val="0"/>
              </a:spcBef>
              <a:spcAft>
                <a:spcPts val="0"/>
              </a:spcAft>
              <a:buSzPts val="5000"/>
              <a:buFont typeface="Poppins"/>
              <a:buNone/>
              <a:defRPr sz="5000"/>
            </a:lvl6pPr>
            <a:lvl7pPr lvl="6">
              <a:lnSpc>
                <a:spcPct val="80000"/>
              </a:lnSpc>
              <a:spcBef>
                <a:spcPts val="0"/>
              </a:spcBef>
              <a:spcAft>
                <a:spcPts val="0"/>
              </a:spcAft>
              <a:buSzPts val="5000"/>
              <a:buFont typeface="Poppins"/>
              <a:buNone/>
              <a:defRPr sz="5000"/>
            </a:lvl7pPr>
            <a:lvl8pPr lvl="7">
              <a:lnSpc>
                <a:spcPct val="80000"/>
              </a:lnSpc>
              <a:spcBef>
                <a:spcPts val="0"/>
              </a:spcBef>
              <a:spcAft>
                <a:spcPts val="0"/>
              </a:spcAft>
              <a:buSzPts val="5000"/>
              <a:buFont typeface="Poppins"/>
              <a:buNone/>
              <a:defRPr sz="5000"/>
            </a:lvl8pPr>
            <a:lvl9pPr lvl="8">
              <a:lnSpc>
                <a:spcPct val="80000"/>
              </a:lnSpc>
              <a:spcBef>
                <a:spcPts val="0"/>
              </a:spcBef>
              <a:spcAft>
                <a:spcPts val="0"/>
              </a:spcAft>
              <a:buSzPts val="5000"/>
              <a:buFont typeface="Poppins"/>
              <a:buNone/>
              <a:defRPr sz="5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with annotations">
  <p:cSld name="ONE_COLUMN_TEXT_1">
    <p:spTree>
      <p:nvGrpSpPr>
        <p:cNvPr id="90" name="Shape 90"/>
        <p:cNvGrpSpPr/>
        <p:nvPr/>
      </p:nvGrpSpPr>
      <p:grpSpPr>
        <a:xfrm>
          <a:off x="0" y="0"/>
          <a:ext cx="0" cy="0"/>
          <a:chOff x="0" y="0"/>
          <a:chExt cx="0" cy="0"/>
        </a:xfrm>
      </p:grpSpPr>
      <p:sp>
        <p:nvSpPr>
          <p:cNvPr id="91" name="Google Shape;91;p16"/>
          <p:cNvSpPr txBox="1"/>
          <p:nvPr>
            <p:ph idx="12" type="sldNum"/>
          </p:nvPr>
        </p:nvSpPr>
        <p:spPr>
          <a:xfrm>
            <a:off x="8485902" y="258750"/>
            <a:ext cx="431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2" name="Google Shape;92;p16"/>
          <p:cNvSpPr txBox="1"/>
          <p:nvPr>
            <p:ph idx="1" type="subTitle"/>
          </p:nvPr>
        </p:nvSpPr>
        <p:spPr>
          <a:xfrm rot="-5400000">
            <a:off x="-106275" y="461212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93" name="Google Shape;93;p16"/>
          <p:cNvSpPr txBox="1"/>
          <p:nvPr>
            <p:ph idx="2" type="subTitle"/>
          </p:nvPr>
        </p:nvSpPr>
        <p:spPr>
          <a:xfrm rot="-5400000">
            <a:off x="-106275" y="3884650"/>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94" name="Google Shape;94;p16"/>
          <p:cNvSpPr txBox="1"/>
          <p:nvPr>
            <p:ph idx="3" type="subTitle"/>
          </p:nvPr>
        </p:nvSpPr>
        <p:spPr>
          <a:xfrm rot="-5400000">
            <a:off x="-106275" y="315717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95" name="Google Shape;95;p16"/>
          <p:cNvSpPr txBox="1"/>
          <p:nvPr>
            <p:ph idx="4" type="subTitle"/>
          </p:nvPr>
        </p:nvSpPr>
        <p:spPr>
          <a:xfrm rot="-5400000">
            <a:off x="-106275" y="2429700"/>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96" name="Google Shape;96;p16"/>
          <p:cNvSpPr txBox="1"/>
          <p:nvPr>
            <p:ph idx="5" type="subTitle"/>
          </p:nvPr>
        </p:nvSpPr>
        <p:spPr>
          <a:xfrm rot="-5400000">
            <a:off x="-106275" y="170222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97" name="Google Shape;97;p16"/>
          <p:cNvSpPr txBox="1"/>
          <p:nvPr>
            <p:ph idx="6" type="subTitle"/>
          </p:nvPr>
        </p:nvSpPr>
        <p:spPr>
          <a:xfrm rot="-5400000">
            <a:off x="-106275" y="974750"/>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98" name="Google Shape;98;p16"/>
          <p:cNvSpPr txBox="1"/>
          <p:nvPr>
            <p:ph idx="7" type="subTitle"/>
          </p:nvPr>
        </p:nvSpPr>
        <p:spPr>
          <a:xfrm rot="-5400000">
            <a:off x="-106275" y="247275"/>
            <a:ext cx="749400" cy="284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50"/>
              <a:buNone/>
              <a:defRPr b="1" sz="650"/>
            </a:lvl1pPr>
            <a:lvl2pPr lvl="1" algn="ctr">
              <a:spcBef>
                <a:spcPts val="0"/>
              </a:spcBef>
              <a:spcAft>
                <a:spcPts val="0"/>
              </a:spcAft>
              <a:buClr>
                <a:schemeClr val="dk1"/>
              </a:buClr>
              <a:buSzPts val="700"/>
              <a:buNone/>
              <a:defRPr b="1" sz="700"/>
            </a:lvl2pPr>
            <a:lvl3pPr lvl="2" algn="ctr">
              <a:spcBef>
                <a:spcPts val="0"/>
              </a:spcBef>
              <a:spcAft>
                <a:spcPts val="0"/>
              </a:spcAft>
              <a:buClr>
                <a:schemeClr val="dk1"/>
              </a:buClr>
              <a:buSzPts val="700"/>
              <a:buNone/>
              <a:defRPr b="1" sz="700"/>
            </a:lvl3pPr>
            <a:lvl4pPr lvl="3" algn="ctr">
              <a:spcBef>
                <a:spcPts val="0"/>
              </a:spcBef>
              <a:spcAft>
                <a:spcPts val="0"/>
              </a:spcAft>
              <a:buClr>
                <a:schemeClr val="dk1"/>
              </a:buClr>
              <a:buSzPts val="700"/>
              <a:buNone/>
              <a:defRPr b="1" sz="700"/>
            </a:lvl4pPr>
            <a:lvl5pPr lvl="4" algn="ctr">
              <a:spcBef>
                <a:spcPts val="0"/>
              </a:spcBef>
              <a:spcAft>
                <a:spcPts val="0"/>
              </a:spcAft>
              <a:buClr>
                <a:schemeClr val="dk1"/>
              </a:buClr>
              <a:buSzPts val="700"/>
              <a:buNone/>
              <a:defRPr b="1" sz="700"/>
            </a:lvl5pPr>
            <a:lvl6pPr lvl="5" algn="ctr">
              <a:spcBef>
                <a:spcPts val="0"/>
              </a:spcBef>
              <a:spcAft>
                <a:spcPts val="0"/>
              </a:spcAft>
              <a:buClr>
                <a:schemeClr val="dk1"/>
              </a:buClr>
              <a:buSzPts val="700"/>
              <a:buNone/>
              <a:defRPr b="1" sz="700"/>
            </a:lvl6pPr>
            <a:lvl7pPr lvl="6" algn="ctr">
              <a:spcBef>
                <a:spcPts val="0"/>
              </a:spcBef>
              <a:spcAft>
                <a:spcPts val="0"/>
              </a:spcAft>
              <a:buClr>
                <a:schemeClr val="dk1"/>
              </a:buClr>
              <a:buSzPts val="700"/>
              <a:buNone/>
              <a:defRPr b="1" sz="700"/>
            </a:lvl7pPr>
            <a:lvl8pPr lvl="7" algn="ctr">
              <a:spcBef>
                <a:spcPts val="0"/>
              </a:spcBef>
              <a:spcAft>
                <a:spcPts val="0"/>
              </a:spcAft>
              <a:buClr>
                <a:schemeClr val="dk1"/>
              </a:buClr>
              <a:buSzPts val="700"/>
              <a:buNone/>
              <a:defRPr b="1" sz="700"/>
            </a:lvl8pPr>
            <a:lvl9pPr lvl="8" algn="ctr">
              <a:spcBef>
                <a:spcPts val="0"/>
              </a:spcBef>
              <a:spcAft>
                <a:spcPts val="0"/>
              </a:spcAft>
              <a:buClr>
                <a:schemeClr val="dk1"/>
              </a:buClr>
              <a:buSzPts val="700"/>
              <a:buNone/>
              <a:defRPr b="1" sz="700"/>
            </a:lvl9pPr>
          </a:lstStyle>
          <a:p/>
        </p:txBody>
      </p:sp>
      <p:sp>
        <p:nvSpPr>
          <p:cNvPr id="99" name="Google Shape;99;p16"/>
          <p:cNvSpPr txBox="1"/>
          <p:nvPr>
            <p:ph idx="8" type="subTitle"/>
          </p:nvPr>
        </p:nvSpPr>
        <p:spPr>
          <a:xfrm>
            <a:off x="660210" y="1243507"/>
            <a:ext cx="2680200" cy="327600"/>
          </a:xfrm>
          <a:prstGeom prst="rect">
            <a:avLst/>
          </a:prstGeom>
        </p:spPr>
        <p:txBody>
          <a:bodyPr anchorCtr="0" anchor="t" bIns="91425" lIns="91425" spcFirstLastPara="1" rIns="91425" wrap="square" tIns="91425">
            <a:normAutofit/>
          </a:bodyPr>
          <a:lstStyle>
            <a:lvl1pPr lvl="0">
              <a:spcBef>
                <a:spcPts val="0"/>
              </a:spcBef>
              <a:spcAft>
                <a:spcPts val="0"/>
              </a:spcAft>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100" name="Google Shape;100;p16"/>
          <p:cNvSpPr txBox="1"/>
          <p:nvPr>
            <p:ph idx="9" type="body"/>
          </p:nvPr>
        </p:nvSpPr>
        <p:spPr>
          <a:xfrm>
            <a:off x="660200" y="1622126"/>
            <a:ext cx="2680200" cy="805500"/>
          </a:xfrm>
          <a:prstGeom prst="rect">
            <a:avLst/>
          </a:prstGeom>
        </p:spPr>
        <p:txBody>
          <a:bodyPr anchorCtr="0" anchor="t" bIns="91425" lIns="91425" spcFirstLastPara="1" rIns="91425" wrap="square" tIns="91425">
            <a:norm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0"/>
              </a:spcBef>
              <a:spcAft>
                <a:spcPts val="0"/>
              </a:spcAft>
              <a:buSzPts val="900"/>
              <a:buChar char="○"/>
              <a:defRPr sz="900"/>
            </a:lvl2pPr>
            <a:lvl3pPr indent="-285750" lvl="2" marL="1371600">
              <a:lnSpc>
                <a:spcPct val="100000"/>
              </a:lnSpc>
              <a:spcBef>
                <a:spcPts val="0"/>
              </a:spcBef>
              <a:spcAft>
                <a:spcPts val="0"/>
              </a:spcAft>
              <a:buSzPts val="900"/>
              <a:buChar char="■"/>
              <a:defRPr sz="900"/>
            </a:lvl3pPr>
            <a:lvl4pPr indent="-285750" lvl="3" marL="1828800">
              <a:lnSpc>
                <a:spcPct val="100000"/>
              </a:lnSpc>
              <a:spcBef>
                <a:spcPts val="0"/>
              </a:spcBef>
              <a:spcAft>
                <a:spcPts val="0"/>
              </a:spcAft>
              <a:buSzPts val="900"/>
              <a:buChar char="●"/>
              <a:defRPr sz="900"/>
            </a:lvl4pPr>
            <a:lvl5pPr indent="-285750" lvl="4" marL="2286000">
              <a:lnSpc>
                <a:spcPct val="100000"/>
              </a:lnSpc>
              <a:spcBef>
                <a:spcPts val="0"/>
              </a:spcBef>
              <a:spcAft>
                <a:spcPts val="0"/>
              </a:spcAft>
              <a:buSzPts val="900"/>
              <a:buChar char="○"/>
              <a:defRPr sz="900"/>
            </a:lvl5pPr>
            <a:lvl6pPr indent="-285750" lvl="5" marL="2743200">
              <a:lnSpc>
                <a:spcPct val="100000"/>
              </a:lnSpc>
              <a:spcBef>
                <a:spcPts val="0"/>
              </a:spcBef>
              <a:spcAft>
                <a:spcPts val="0"/>
              </a:spcAft>
              <a:buSzPts val="900"/>
              <a:buChar char="■"/>
              <a:defRPr sz="900"/>
            </a:lvl6pPr>
            <a:lvl7pPr indent="-285750" lvl="6" marL="3200400">
              <a:lnSpc>
                <a:spcPct val="100000"/>
              </a:lnSpc>
              <a:spcBef>
                <a:spcPts val="0"/>
              </a:spcBef>
              <a:spcAft>
                <a:spcPts val="0"/>
              </a:spcAft>
              <a:buSzPts val="900"/>
              <a:buChar char="●"/>
              <a:defRPr sz="900"/>
            </a:lvl7pPr>
            <a:lvl8pPr indent="-285750" lvl="7" marL="3657600">
              <a:lnSpc>
                <a:spcPct val="100000"/>
              </a:lnSpc>
              <a:spcBef>
                <a:spcPts val="0"/>
              </a:spcBef>
              <a:spcAft>
                <a:spcPts val="0"/>
              </a:spcAft>
              <a:buSzPts val="900"/>
              <a:buChar char="○"/>
              <a:defRPr sz="900"/>
            </a:lvl8pPr>
            <a:lvl9pPr indent="-285750" lvl="8" marL="4114800">
              <a:lnSpc>
                <a:spcPct val="100000"/>
              </a:lnSpc>
              <a:spcBef>
                <a:spcPts val="0"/>
              </a:spcBef>
              <a:spcAft>
                <a:spcPts val="0"/>
              </a:spcAft>
              <a:buSzPts val="900"/>
              <a:buChar char="■"/>
              <a:defRPr sz="900"/>
            </a:lvl9pPr>
          </a:lstStyle>
          <a:p/>
        </p:txBody>
      </p:sp>
      <p:sp>
        <p:nvSpPr>
          <p:cNvPr id="101" name="Google Shape;101;p16"/>
          <p:cNvSpPr txBox="1"/>
          <p:nvPr>
            <p:ph idx="13" type="subTitle"/>
          </p:nvPr>
        </p:nvSpPr>
        <p:spPr>
          <a:xfrm>
            <a:off x="3429035" y="1243507"/>
            <a:ext cx="2680200" cy="327600"/>
          </a:xfrm>
          <a:prstGeom prst="rect">
            <a:avLst/>
          </a:prstGeom>
        </p:spPr>
        <p:txBody>
          <a:bodyPr anchorCtr="0" anchor="t" bIns="91425" lIns="91425" spcFirstLastPara="1" rIns="91425" wrap="square" tIns="91425">
            <a:normAutofit/>
          </a:bodyPr>
          <a:lstStyle>
            <a:lvl1pPr lvl="0">
              <a:spcBef>
                <a:spcPts val="0"/>
              </a:spcBef>
              <a:spcAft>
                <a:spcPts val="0"/>
              </a:spcAft>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102" name="Google Shape;102;p16"/>
          <p:cNvSpPr txBox="1"/>
          <p:nvPr>
            <p:ph idx="14" type="body"/>
          </p:nvPr>
        </p:nvSpPr>
        <p:spPr>
          <a:xfrm>
            <a:off x="3429025" y="1622126"/>
            <a:ext cx="2680200" cy="805500"/>
          </a:xfrm>
          <a:prstGeom prst="rect">
            <a:avLst/>
          </a:prstGeom>
        </p:spPr>
        <p:txBody>
          <a:bodyPr anchorCtr="0" anchor="t" bIns="91425" lIns="91425" spcFirstLastPara="1" rIns="91425" wrap="square" tIns="91425">
            <a:norm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0"/>
              </a:spcBef>
              <a:spcAft>
                <a:spcPts val="0"/>
              </a:spcAft>
              <a:buSzPts val="900"/>
              <a:buChar char="○"/>
              <a:defRPr sz="900"/>
            </a:lvl2pPr>
            <a:lvl3pPr indent="-285750" lvl="2" marL="1371600">
              <a:lnSpc>
                <a:spcPct val="100000"/>
              </a:lnSpc>
              <a:spcBef>
                <a:spcPts val="0"/>
              </a:spcBef>
              <a:spcAft>
                <a:spcPts val="0"/>
              </a:spcAft>
              <a:buSzPts val="900"/>
              <a:buChar char="■"/>
              <a:defRPr sz="900"/>
            </a:lvl3pPr>
            <a:lvl4pPr indent="-285750" lvl="3" marL="1828800">
              <a:lnSpc>
                <a:spcPct val="100000"/>
              </a:lnSpc>
              <a:spcBef>
                <a:spcPts val="0"/>
              </a:spcBef>
              <a:spcAft>
                <a:spcPts val="0"/>
              </a:spcAft>
              <a:buSzPts val="900"/>
              <a:buChar char="●"/>
              <a:defRPr sz="900"/>
            </a:lvl4pPr>
            <a:lvl5pPr indent="-285750" lvl="4" marL="2286000">
              <a:lnSpc>
                <a:spcPct val="100000"/>
              </a:lnSpc>
              <a:spcBef>
                <a:spcPts val="0"/>
              </a:spcBef>
              <a:spcAft>
                <a:spcPts val="0"/>
              </a:spcAft>
              <a:buSzPts val="900"/>
              <a:buChar char="○"/>
              <a:defRPr sz="900"/>
            </a:lvl5pPr>
            <a:lvl6pPr indent="-285750" lvl="5" marL="2743200">
              <a:lnSpc>
                <a:spcPct val="100000"/>
              </a:lnSpc>
              <a:spcBef>
                <a:spcPts val="0"/>
              </a:spcBef>
              <a:spcAft>
                <a:spcPts val="0"/>
              </a:spcAft>
              <a:buSzPts val="900"/>
              <a:buChar char="■"/>
              <a:defRPr sz="900"/>
            </a:lvl6pPr>
            <a:lvl7pPr indent="-285750" lvl="6" marL="3200400">
              <a:lnSpc>
                <a:spcPct val="100000"/>
              </a:lnSpc>
              <a:spcBef>
                <a:spcPts val="0"/>
              </a:spcBef>
              <a:spcAft>
                <a:spcPts val="0"/>
              </a:spcAft>
              <a:buSzPts val="900"/>
              <a:buChar char="●"/>
              <a:defRPr sz="900"/>
            </a:lvl7pPr>
            <a:lvl8pPr indent="-285750" lvl="7" marL="3657600">
              <a:lnSpc>
                <a:spcPct val="100000"/>
              </a:lnSpc>
              <a:spcBef>
                <a:spcPts val="0"/>
              </a:spcBef>
              <a:spcAft>
                <a:spcPts val="0"/>
              </a:spcAft>
              <a:buSzPts val="900"/>
              <a:buChar char="○"/>
              <a:defRPr sz="900"/>
            </a:lvl8pPr>
            <a:lvl9pPr indent="-285750" lvl="8" marL="4114800">
              <a:lnSpc>
                <a:spcPct val="100000"/>
              </a:lnSpc>
              <a:spcBef>
                <a:spcPts val="0"/>
              </a:spcBef>
              <a:spcAft>
                <a:spcPts val="0"/>
              </a:spcAft>
              <a:buSzPts val="900"/>
              <a:buChar char="■"/>
              <a:defRPr sz="900"/>
            </a:lvl9pPr>
          </a:lstStyle>
          <a:p/>
        </p:txBody>
      </p:sp>
      <p:sp>
        <p:nvSpPr>
          <p:cNvPr id="103" name="Google Shape;103;p16"/>
          <p:cNvSpPr txBox="1"/>
          <p:nvPr>
            <p:ph idx="15" type="subTitle"/>
          </p:nvPr>
        </p:nvSpPr>
        <p:spPr>
          <a:xfrm>
            <a:off x="6197860" y="1243507"/>
            <a:ext cx="2680200" cy="327600"/>
          </a:xfrm>
          <a:prstGeom prst="rect">
            <a:avLst/>
          </a:prstGeom>
        </p:spPr>
        <p:txBody>
          <a:bodyPr anchorCtr="0" anchor="t" bIns="91425" lIns="91425" spcFirstLastPara="1" rIns="91425" wrap="square" tIns="91425">
            <a:normAutofit/>
          </a:bodyPr>
          <a:lstStyle>
            <a:lvl1pPr lvl="0">
              <a:spcBef>
                <a:spcPts val="0"/>
              </a:spcBef>
              <a:spcAft>
                <a:spcPts val="0"/>
              </a:spcAft>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104" name="Google Shape;104;p16"/>
          <p:cNvSpPr txBox="1"/>
          <p:nvPr>
            <p:ph idx="16" type="body"/>
          </p:nvPr>
        </p:nvSpPr>
        <p:spPr>
          <a:xfrm>
            <a:off x="6197850" y="1622126"/>
            <a:ext cx="2680200" cy="805500"/>
          </a:xfrm>
          <a:prstGeom prst="rect">
            <a:avLst/>
          </a:prstGeom>
        </p:spPr>
        <p:txBody>
          <a:bodyPr anchorCtr="0" anchor="t" bIns="91425" lIns="91425" spcFirstLastPara="1" rIns="91425" wrap="square" tIns="91425">
            <a:norm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0"/>
              </a:spcBef>
              <a:spcAft>
                <a:spcPts val="0"/>
              </a:spcAft>
              <a:buSzPts val="900"/>
              <a:buChar char="○"/>
              <a:defRPr sz="900"/>
            </a:lvl2pPr>
            <a:lvl3pPr indent="-285750" lvl="2" marL="1371600">
              <a:lnSpc>
                <a:spcPct val="100000"/>
              </a:lnSpc>
              <a:spcBef>
                <a:spcPts val="0"/>
              </a:spcBef>
              <a:spcAft>
                <a:spcPts val="0"/>
              </a:spcAft>
              <a:buSzPts val="900"/>
              <a:buChar char="■"/>
              <a:defRPr sz="900"/>
            </a:lvl3pPr>
            <a:lvl4pPr indent="-285750" lvl="3" marL="1828800">
              <a:lnSpc>
                <a:spcPct val="100000"/>
              </a:lnSpc>
              <a:spcBef>
                <a:spcPts val="0"/>
              </a:spcBef>
              <a:spcAft>
                <a:spcPts val="0"/>
              </a:spcAft>
              <a:buSzPts val="900"/>
              <a:buChar char="●"/>
              <a:defRPr sz="900"/>
            </a:lvl4pPr>
            <a:lvl5pPr indent="-285750" lvl="4" marL="2286000">
              <a:lnSpc>
                <a:spcPct val="100000"/>
              </a:lnSpc>
              <a:spcBef>
                <a:spcPts val="0"/>
              </a:spcBef>
              <a:spcAft>
                <a:spcPts val="0"/>
              </a:spcAft>
              <a:buSzPts val="900"/>
              <a:buChar char="○"/>
              <a:defRPr sz="900"/>
            </a:lvl5pPr>
            <a:lvl6pPr indent="-285750" lvl="5" marL="2743200">
              <a:lnSpc>
                <a:spcPct val="100000"/>
              </a:lnSpc>
              <a:spcBef>
                <a:spcPts val="0"/>
              </a:spcBef>
              <a:spcAft>
                <a:spcPts val="0"/>
              </a:spcAft>
              <a:buSzPts val="900"/>
              <a:buChar char="■"/>
              <a:defRPr sz="900"/>
            </a:lvl6pPr>
            <a:lvl7pPr indent="-285750" lvl="6" marL="3200400">
              <a:lnSpc>
                <a:spcPct val="100000"/>
              </a:lnSpc>
              <a:spcBef>
                <a:spcPts val="0"/>
              </a:spcBef>
              <a:spcAft>
                <a:spcPts val="0"/>
              </a:spcAft>
              <a:buSzPts val="900"/>
              <a:buChar char="●"/>
              <a:defRPr sz="900"/>
            </a:lvl7pPr>
            <a:lvl8pPr indent="-285750" lvl="7" marL="3657600">
              <a:lnSpc>
                <a:spcPct val="100000"/>
              </a:lnSpc>
              <a:spcBef>
                <a:spcPts val="0"/>
              </a:spcBef>
              <a:spcAft>
                <a:spcPts val="0"/>
              </a:spcAft>
              <a:buSzPts val="900"/>
              <a:buChar char="○"/>
              <a:defRPr sz="900"/>
            </a:lvl8pPr>
            <a:lvl9pPr indent="-285750" lvl="8" marL="4114800">
              <a:lnSpc>
                <a:spcPct val="100000"/>
              </a:lnSpc>
              <a:spcBef>
                <a:spcPts val="0"/>
              </a:spcBef>
              <a:spcAft>
                <a:spcPts val="0"/>
              </a:spcAft>
              <a:buSzPts val="900"/>
              <a:buChar char="■"/>
              <a:defRPr sz="900"/>
            </a:lvl9pPr>
          </a:lstStyle>
          <a:p/>
        </p:txBody>
      </p:sp>
      <p:sp>
        <p:nvSpPr>
          <p:cNvPr id="105" name="Google Shape;105;p16"/>
          <p:cNvSpPr/>
          <p:nvPr>
            <p:ph idx="17" type="pic"/>
          </p:nvPr>
        </p:nvSpPr>
        <p:spPr>
          <a:xfrm>
            <a:off x="742410" y="2452133"/>
            <a:ext cx="2515800" cy="2515800"/>
          </a:xfrm>
          <a:prstGeom prst="ellipse">
            <a:avLst/>
          </a:prstGeom>
          <a:noFill/>
          <a:ln>
            <a:noFill/>
          </a:ln>
        </p:spPr>
      </p:sp>
      <p:sp>
        <p:nvSpPr>
          <p:cNvPr id="106" name="Google Shape;106;p16"/>
          <p:cNvSpPr/>
          <p:nvPr>
            <p:ph idx="18" type="pic"/>
          </p:nvPr>
        </p:nvSpPr>
        <p:spPr>
          <a:xfrm>
            <a:off x="3511235" y="2452133"/>
            <a:ext cx="2515800" cy="2515800"/>
          </a:xfrm>
          <a:prstGeom prst="ellipse">
            <a:avLst/>
          </a:prstGeom>
          <a:noFill/>
          <a:ln>
            <a:noFill/>
          </a:ln>
        </p:spPr>
      </p:sp>
      <p:sp>
        <p:nvSpPr>
          <p:cNvPr id="107" name="Google Shape;107;p16"/>
          <p:cNvSpPr/>
          <p:nvPr>
            <p:ph idx="19" type="pic"/>
          </p:nvPr>
        </p:nvSpPr>
        <p:spPr>
          <a:xfrm>
            <a:off x="6280060" y="2452133"/>
            <a:ext cx="2515800" cy="2515800"/>
          </a:xfrm>
          <a:prstGeom prst="ellipse">
            <a:avLst/>
          </a:prstGeom>
          <a:noFill/>
          <a:ln>
            <a:noFill/>
          </a:ln>
        </p:spPr>
      </p:sp>
      <p:sp>
        <p:nvSpPr>
          <p:cNvPr id="108" name="Google Shape;108;p16"/>
          <p:cNvSpPr txBox="1"/>
          <p:nvPr>
            <p:ph type="title"/>
          </p:nvPr>
        </p:nvSpPr>
        <p:spPr>
          <a:xfrm>
            <a:off x="620775" y="258750"/>
            <a:ext cx="7747800" cy="1040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SzPts val="5000"/>
              <a:buNone/>
              <a:defRPr sz="5000"/>
            </a:lvl1pPr>
            <a:lvl2pPr lvl="1">
              <a:lnSpc>
                <a:spcPct val="80000"/>
              </a:lnSpc>
              <a:spcBef>
                <a:spcPts val="0"/>
              </a:spcBef>
              <a:spcAft>
                <a:spcPts val="0"/>
              </a:spcAft>
              <a:buSzPts val="5000"/>
              <a:buFont typeface="Poppins"/>
              <a:buNone/>
              <a:defRPr sz="5000"/>
            </a:lvl2pPr>
            <a:lvl3pPr lvl="2">
              <a:lnSpc>
                <a:spcPct val="80000"/>
              </a:lnSpc>
              <a:spcBef>
                <a:spcPts val="0"/>
              </a:spcBef>
              <a:spcAft>
                <a:spcPts val="0"/>
              </a:spcAft>
              <a:buSzPts val="5000"/>
              <a:buFont typeface="Poppins"/>
              <a:buNone/>
              <a:defRPr sz="5000"/>
            </a:lvl3pPr>
            <a:lvl4pPr lvl="3">
              <a:lnSpc>
                <a:spcPct val="80000"/>
              </a:lnSpc>
              <a:spcBef>
                <a:spcPts val="0"/>
              </a:spcBef>
              <a:spcAft>
                <a:spcPts val="0"/>
              </a:spcAft>
              <a:buSzPts val="5000"/>
              <a:buFont typeface="Poppins"/>
              <a:buNone/>
              <a:defRPr sz="5000"/>
            </a:lvl4pPr>
            <a:lvl5pPr lvl="4">
              <a:lnSpc>
                <a:spcPct val="80000"/>
              </a:lnSpc>
              <a:spcBef>
                <a:spcPts val="0"/>
              </a:spcBef>
              <a:spcAft>
                <a:spcPts val="0"/>
              </a:spcAft>
              <a:buSzPts val="5000"/>
              <a:buFont typeface="Poppins"/>
              <a:buNone/>
              <a:defRPr sz="5000"/>
            </a:lvl5pPr>
            <a:lvl6pPr lvl="5">
              <a:lnSpc>
                <a:spcPct val="80000"/>
              </a:lnSpc>
              <a:spcBef>
                <a:spcPts val="0"/>
              </a:spcBef>
              <a:spcAft>
                <a:spcPts val="0"/>
              </a:spcAft>
              <a:buSzPts val="5000"/>
              <a:buFont typeface="Poppins"/>
              <a:buNone/>
              <a:defRPr sz="5000"/>
            </a:lvl6pPr>
            <a:lvl7pPr lvl="6">
              <a:lnSpc>
                <a:spcPct val="80000"/>
              </a:lnSpc>
              <a:spcBef>
                <a:spcPts val="0"/>
              </a:spcBef>
              <a:spcAft>
                <a:spcPts val="0"/>
              </a:spcAft>
              <a:buSzPts val="5000"/>
              <a:buFont typeface="Poppins"/>
              <a:buNone/>
              <a:defRPr sz="5000"/>
            </a:lvl7pPr>
            <a:lvl8pPr lvl="7">
              <a:lnSpc>
                <a:spcPct val="80000"/>
              </a:lnSpc>
              <a:spcBef>
                <a:spcPts val="0"/>
              </a:spcBef>
              <a:spcAft>
                <a:spcPts val="0"/>
              </a:spcAft>
              <a:buSzPts val="5000"/>
              <a:buFont typeface="Poppins"/>
              <a:buNone/>
              <a:defRPr sz="5000"/>
            </a:lvl8pPr>
            <a:lvl9pPr lvl="8">
              <a:lnSpc>
                <a:spcPct val="80000"/>
              </a:lnSpc>
              <a:spcBef>
                <a:spcPts val="0"/>
              </a:spcBef>
              <a:spcAft>
                <a:spcPts val="0"/>
              </a:spcAft>
              <a:buSzPts val="5000"/>
              <a:buFont typeface="Poppins"/>
              <a:buNone/>
              <a:defRPr sz="50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3DFD7"/>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19.jpg"/><Relationship Id="rId5" Type="http://schemas.openxmlformats.org/officeDocument/2006/relationships/image" Target="../media/image2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14" name="Google Shape;114;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15" name="Google Shape;115;p17" title="Artboard 1.png"/>
          <p:cNvPicPr preferRelativeResize="0"/>
          <p:nvPr/>
        </p:nvPicPr>
        <p:blipFill>
          <a:blip r:embed="rId3">
            <a:alphaModFix/>
          </a:blip>
          <a:stretch>
            <a:fillRect/>
          </a:stretch>
        </p:blipFill>
        <p:spPr>
          <a:xfrm>
            <a:off x="714375" y="0"/>
            <a:ext cx="771525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21" name="Google Shape;121;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22" name="Google Shape;122;p18" title="Artboard 2.png"/>
          <p:cNvPicPr preferRelativeResize="0"/>
          <p:nvPr/>
        </p:nvPicPr>
        <p:blipFill>
          <a:blip r:embed="rId3">
            <a:alphaModFix/>
          </a:blip>
          <a:stretch>
            <a:fillRect/>
          </a:stretch>
        </p:blipFill>
        <p:spPr>
          <a:xfrm>
            <a:off x="714375" y="0"/>
            <a:ext cx="771525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28" name="Google Shape;128;p1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29" name="Google Shape;129;p19" title="Artboard 3.png"/>
          <p:cNvPicPr preferRelativeResize="0"/>
          <p:nvPr/>
        </p:nvPicPr>
        <p:blipFill>
          <a:blip r:embed="rId3">
            <a:alphaModFix/>
          </a:blip>
          <a:stretch>
            <a:fillRect/>
          </a:stretch>
        </p:blipFill>
        <p:spPr>
          <a:xfrm>
            <a:off x="714375" y="0"/>
            <a:ext cx="7715250"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35" name="Google Shape;135;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36" name="Google Shape;136;p20" title="Artboard 4.png"/>
          <p:cNvPicPr preferRelativeResize="0"/>
          <p:nvPr/>
        </p:nvPicPr>
        <p:blipFill>
          <a:blip r:embed="rId3">
            <a:alphaModFix/>
          </a:blip>
          <a:stretch>
            <a:fillRect/>
          </a:stretch>
        </p:blipFill>
        <p:spPr>
          <a:xfrm>
            <a:off x="714375" y="0"/>
            <a:ext cx="771525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Baskervville"/>
                <a:ea typeface="Baskervville"/>
                <a:cs typeface="Baskervville"/>
                <a:sym typeface="Baskervville"/>
              </a:rPr>
              <a:t>VACAYTREE</a:t>
            </a:r>
            <a:endParaRPr>
              <a:latin typeface="Baskervville"/>
              <a:ea typeface="Baskervville"/>
              <a:cs typeface="Baskervville"/>
              <a:sym typeface="Baskervville"/>
            </a:endParaRPr>
          </a:p>
        </p:txBody>
      </p:sp>
      <p:sp>
        <p:nvSpPr>
          <p:cNvPr id="142" name="Google Shape;142;p2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idx="8" type="body"/>
          </p:nvPr>
        </p:nvSpPr>
        <p:spPr>
          <a:xfrm>
            <a:off x="620775" y="1066125"/>
            <a:ext cx="3879900" cy="131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latin typeface="Baskervville"/>
                <a:ea typeface="Baskervville"/>
                <a:cs typeface="Baskervville"/>
                <a:sym typeface="Baskervville"/>
              </a:rPr>
              <a:t>We strive to help the everyday person plan their vacation. Whenever and wherever.</a:t>
            </a:r>
            <a:endParaRPr sz="1800">
              <a:latin typeface="Baskervville"/>
              <a:ea typeface="Baskervville"/>
              <a:cs typeface="Baskervville"/>
              <a:sym typeface="Baskervville"/>
            </a:endParaRPr>
          </a:p>
        </p:txBody>
      </p:sp>
      <p:sp>
        <p:nvSpPr>
          <p:cNvPr id="148" name="Google Shape;148;p22"/>
          <p:cNvSpPr txBox="1"/>
          <p:nvPr>
            <p:ph type="title"/>
          </p:nvPr>
        </p:nvSpPr>
        <p:spPr>
          <a:xfrm>
            <a:off x="620775" y="258750"/>
            <a:ext cx="7747800" cy="104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800">
                <a:latin typeface="Baskervville"/>
                <a:ea typeface="Baskervville"/>
                <a:cs typeface="Baskervville"/>
                <a:sym typeface="Baskervville"/>
              </a:rPr>
              <a:t>OUR MISSION</a:t>
            </a:r>
            <a:endParaRPr sz="4800">
              <a:latin typeface="Baskervville"/>
              <a:ea typeface="Baskervville"/>
              <a:cs typeface="Baskervville"/>
              <a:sym typeface="Baskervville"/>
            </a:endParaRPr>
          </a:p>
        </p:txBody>
      </p:sp>
      <p:sp>
        <p:nvSpPr>
          <p:cNvPr id="149" name="Google Shape;149;p22"/>
          <p:cNvSpPr txBox="1"/>
          <p:nvPr/>
        </p:nvSpPr>
        <p:spPr>
          <a:xfrm>
            <a:off x="569700" y="2335725"/>
            <a:ext cx="4264500" cy="22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dk1"/>
                </a:solidFill>
                <a:latin typeface="Baskervville"/>
                <a:ea typeface="Baskervville"/>
                <a:cs typeface="Baskervville"/>
                <a:sym typeface="Baskervville"/>
              </a:rPr>
              <a:t>Our Main Goal</a:t>
            </a:r>
            <a:endParaRPr sz="1200" u="sng">
              <a:solidFill>
                <a:schemeClr val="dk1"/>
              </a:solidFill>
              <a:latin typeface="Baskervville"/>
              <a:ea typeface="Baskervville"/>
              <a:cs typeface="Baskervville"/>
              <a:sym typeface="Baskervville"/>
            </a:endParaRPr>
          </a:p>
          <a:p>
            <a:pPr indent="0" lvl="0" marL="0" rtl="0" algn="l">
              <a:spcBef>
                <a:spcPts val="0"/>
              </a:spcBef>
              <a:spcAft>
                <a:spcPts val="0"/>
              </a:spcAft>
              <a:buNone/>
            </a:pPr>
            <a:r>
              <a:rPr lang="en" sz="1200">
                <a:solidFill>
                  <a:schemeClr val="dk1"/>
                </a:solidFill>
                <a:latin typeface="Baskervville"/>
                <a:ea typeface="Baskervville"/>
                <a:cs typeface="Baskervville"/>
                <a:sym typeface="Baskervville"/>
              </a:rPr>
              <a:t>To help our users organize their trips into one file.</a:t>
            </a:r>
            <a:endParaRPr sz="1200">
              <a:solidFill>
                <a:schemeClr val="dk1"/>
              </a:solidFill>
              <a:latin typeface="Baskervville"/>
              <a:ea typeface="Baskervville"/>
              <a:cs typeface="Baskervville"/>
              <a:sym typeface="Baskervville"/>
            </a:endParaRPr>
          </a:p>
          <a:p>
            <a:pPr indent="0" lvl="0" marL="0" rtl="0" algn="l">
              <a:spcBef>
                <a:spcPts val="0"/>
              </a:spcBef>
              <a:spcAft>
                <a:spcPts val="0"/>
              </a:spcAft>
              <a:buNone/>
            </a:pPr>
            <a:r>
              <a:rPr lang="en" sz="1200">
                <a:solidFill>
                  <a:schemeClr val="dk1"/>
                </a:solidFill>
                <a:latin typeface="Baskervville"/>
                <a:ea typeface="Baskervville"/>
                <a:cs typeface="Baskervville"/>
                <a:sym typeface="Baskervville"/>
              </a:rPr>
              <a:t>No matter how big or small their </a:t>
            </a:r>
            <a:r>
              <a:rPr lang="en" sz="1200">
                <a:solidFill>
                  <a:schemeClr val="dk1"/>
                </a:solidFill>
                <a:latin typeface="Baskervville"/>
                <a:ea typeface="Baskervville"/>
                <a:cs typeface="Baskervville"/>
                <a:sym typeface="Baskervville"/>
              </a:rPr>
              <a:t>itinerary</a:t>
            </a:r>
            <a:r>
              <a:rPr lang="en" sz="1200">
                <a:solidFill>
                  <a:schemeClr val="dk1"/>
                </a:solidFill>
                <a:latin typeface="Baskervville"/>
                <a:ea typeface="Baskervville"/>
                <a:cs typeface="Baskervville"/>
                <a:sym typeface="Baskervville"/>
              </a:rPr>
              <a:t> is, we make sure they can locate what their next </a:t>
            </a:r>
            <a:r>
              <a:rPr lang="en" sz="1200">
                <a:solidFill>
                  <a:schemeClr val="dk1"/>
                </a:solidFill>
                <a:latin typeface="Baskervville"/>
                <a:ea typeface="Baskervville"/>
                <a:cs typeface="Baskervville"/>
                <a:sym typeface="Baskervville"/>
              </a:rPr>
              <a:t>destination</a:t>
            </a:r>
            <a:r>
              <a:rPr lang="en" sz="1200">
                <a:solidFill>
                  <a:schemeClr val="dk1"/>
                </a:solidFill>
                <a:latin typeface="Baskervville"/>
                <a:ea typeface="Baskervville"/>
                <a:cs typeface="Baskervville"/>
                <a:sym typeface="Baskervville"/>
              </a:rPr>
              <a:t> is and all the details behind it such as cost, time, place and much more.</a:t>
            </a:r>
            <a:endParaRPr sz="1200">
              <a:solidFill>
                <a:schemeClr val="dk1"/>
              </a:solidFill>
              <a:latin typeface="Baskervville"/>
              <a:ea typeface="Baskervville"/>
              <a:cs typeface="Baskervville"/>
              <a:sym typeface="Baskervville"/>
            </a:endParaRPr>
          </a:p>
          <a:p>
            <a:pPr indent="0" lvl="0" marL="0" rtl="0" algn="l">
              <a:spcBef>
                <a:spcPts val="0"/>
              </a:spcBef>
              <a:spcAft>
                <a:spcPts val="0"/>
              </a:spcAft>
              <a:buNone/>
            </a:pPr>
            <a:r>
              <a:t/>
            </a:r>
            <a:endParaRPr sz="1200">
              <a:solidFill>
                <a:schemeClr val="dk1"/>
              </a:solidFill>
              <a:latin typeface="Baskervville"/>
              <a:ea typeface="Baskervville"/>
              <a:cs typeface="Baskervville"/>
              <a:sym typeface="Baskervville"/>
            </a:endParaRPr>
          </a:p>
          <a:p>
            <a:pPr indent="0" lvl="0" marL="0" rtl="0" algn="l">
              <a:spcBef>
                <a:spcPts val="0"/>
              </a:spcBef>
              <a:spcAft>
                <a:spcPts val="0"/>
              </a:spcAft>
              <a:buNone/>
            </a:pPr>
            <a:r>
              <a:t/>
            </a:r>
            <a:endParaRPr sz="1200">
              <a:solidFill>
                <a:schemeClr val="dk1"/>
              </a:solidFill>
              <a:latin typeface="Baskervville"/>
              <a:ea typeface="Baskervville"/>
              <a:cs typeface="Baskervville"/>
              <a:sym typeface="Baskervvill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 name="Shape 153"/>
        <p:cNvGrpSpPr/>
        <p:nvPr/>
      </p:nvGrpSpPr>
      <p:grpSpPr>
        <a:xfrm>
          <a:off x="0" y="0"/>
          <a:ext cx="0" cy="0"/>
          <a:chOff x="0" y="0"/>
          <a:chExt cx="0" cy="0"/>
        </a:xfrm>
      </p:grpSpPr>
      <p:sp>
        <p:nvSpPr>
          <p:cNvPr id="154" name="Google Shape;154;p23"/>
          <p:cNvSpPr txBox="1"/>
          <p:nvPr>
            <p:ph idx="1" type="body"/>
          </p:nvPr>
        </p:nvSpPr>
        <p:spPr>
          <a:xfrm>
            <a:off x="691725" y="1508100"/>
            <a:ext cx="3508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latin typeface="Baskervville"/>
                <a:ea typeface="Baskervville"/>
                <a:cs typeface="Baskervville"/>
                <a:sym typeface="Baskervville"/>
              </a:rPr>
              <a:t>PRIMARY LOGO</a:t>
            </a:r>
            <a:endParaRPr sz="1600">
              <a:latin typeface="Baskervville"/>
              <a:ea typeface="Baskervville"/>
              <a:cs typeface="Baskervville"/>
              <a:sym typeface="Baskervville"/>
            </a:endParaRPr>
          </a:p>
          <a:p>
            <a:pPr indent="0" lvl="0" marL="0" rtl="0" algn="l">
              <a:spcBef>
                <a:spcPts val="1200"/>
              </a:spcBef>
              <a:spcAft>
                <a:spcPts val="0"/>
              </a:spcAft>
              <a:buNone/>
            </a:pPr>
            <a:r>
              <a:t/>
            </a:r>
            <a:endParaRPr sz="1600">
              <a:latin typeface="Baskervville"/>
              <a:ea typeface="Baskervville"/>
              <a:cs typeface="Baskervville"/>
              <a:sym typeface="Baskervville"/>
            </a:endParaRPr>
          </a:p>
          <a:p>
            <a:pPr indent="0" lvl="0" marL="0" rtl="0" algn="l">
              <a:spcBef>
                <a:spcPts val="1200"/>
              </a:spcBef>
              <a:spcAft>
                <a:spcPts val="0"/>
              </a:spcAft>
              <a:buNone/>
            </a:pPr>
            <a:r>
              <a:t/>
            </a:r>
            <a:endParaRPr sz="1600">
              <a:latin typeface="Baskervville"/>
              <a:ea typeface="Baskervville"/>
              <a:cs typeface="Baskervville"/>
              <a:sym typeface="Baskervville"/>
            </a:endParaRPr>
          </a:p>
          <a:p>
            <a:pPr indent="0" lvl="0" marL="0" rtl="0" algn="l">
              <a:spcBef>
                <a:spcPts val="1200"/>
              </a:spcBef>
              <a:spcAft>
                <a:spcPts val="0"/>
              </a:spcAft>
              <a:buNone/>
            </a:pPr>
            <a:r>
              <a:rPr lang="en" sz="1600">
                <a:latin typeface="Baskervville"/>
                <a:ea typeface="Baskervville"/>
                <a:cs typeface="Baskervville"/>
                <a:sym typeface="Baskervville"/>
              </a:rPr>
              <a:t>SECONDARY LOGO</a:t>
            </a:r>
            <a:endParaRPr sz="1600">
              <a:latin typeface="Baskervville"/>
              <a:ea typeface="Baskervville"/>
              <a:cs typeface="Baskervville"/>
              <a:sym typeface="Baskervville"/>
            </a:endParaRPr>
          </a:p>
          <a:p>
            <a:pPr indent="0" lvl="0" marL="0" rtl="0" algn="l">
              <a:spcBef>
                <a:spcPts val="1200"/>
              </a:spcBef>
              <a:spcAft>
                <a:spcPts val="0"/>
              </a:spcAft>
              <a:buNone/>
            </a:pPr>
            <a:r>
              <a:t/>
            </a:r>
            <a:endParaRPr sz="1600">
              <a:latin typeface="Baskervville"/>
              <a:ea typeface="Baskervville"/>
              <a:cs typeface="Baskervville"/>
              <a:sym typeface="Baskervville"/>
            </a:endParaRPr>
          </a:p>
          <a:p>
            <a:pPr indent="0" lvl="0" marL="0" rtl="0" algn="l">
              <a:spcBef>
                <a:spcPts val="1200"/>
              </a:spcBef>
              <a:spcAft>
                <a:spcPts val="0"/>
              </a:spcAft>
              <a:buNone/>
            </a:pPr>
            <a:r>
              <a:t/>
            </a:r>
            <a:endParaRPr sz="1600">
              <a:latin typeface="Baskervville"/>
              <a:ea typeface="Baskervville"/>
              <a:cs typeface="Baskervville"/>
              <a:sym typeface="Baskervville"/>
            </a:endParaRPr>
          </a:p>
          <a:p>
            <a:pPr indent="0" lvl="0" marL="0" rtl="0" algn="l">
              <a:spcBef>
                <a:spcPts val="1200"/>
              </a:spcBef>
              <a:spcAft>
                <a:spcPts val="1200"/>
              </a:spcAft>
              <a:buNone/>
            </a:pPr>
            <a:r>
              <a:t/>
            </a:r>
            <a:endParaRPr sz="3600">
              <a:latin typeface="Baskervville"/>
              <a:ea typeface="Baskervville"/>
              <a:cs typeface="Baskervville"/>
              <a:sym typeface="Baskervville"/>
            </a:endParaRPr>
          </a:p>
        </p:txBody>
      </p:sp>
      <p:sp>
        <p:nvSpPr>
          <p:cNvPr id="155" name="Google Shape;155;p23"/>
          <p:cNvSpPr txBox="1"/>
          <p:nvPr>
            <p:ph type="title"/>
          </p:nvPr>
        </p:nvSpPr>
        <p:spPr>
          <a:xfrm>
            <a:off x="620775" y="258750"/>
            <a:ext cx="3508200" cy="1040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Baskervville"/>
                <a:ea typeface="Baskervville"/>
                <a:cs typeface="Baskervville"/>
                <a:sym typeface="Baskervville"/>
              </a:rPr>
              <a:t>OUR VISUAL ELEMENTS</a:t>
            </a:r>
            <a:endParaRPr>
              <a:latin typeface="Baskervville"/>
              <a:ea typeface="Baskervville"/>
              <a:cs typeface="Baskervville"/>
              <a:sym typeface="Baskervville"/>
            </a:endParaRPr>
          </a:p>
        </p:txBody>
      </p:sp>
      <p:pic>
        <p:nvPicPr>
          <p:cNvPr id="156" name="Google Shape;156;p23"/>
          <p:cNvPicPr preferRelativeResize="0"/>
          <p:nvPr/>
        </p:nvPicPr>
        <p:blipFill>
          <a:blip r:embed="rId3">
            <a:alphaModFix/>
          </a:blip>
          <a:stretch>
            <a:fillRect/>
          </a:stretch>
        </p:blipFill>
        <p:spPr>
          <a:xfrm>
            <a:off x="691725" y="1918000"/>
            <a:ext cx="2372382" cy="653750"/>
          </a:xfrm>
          <a:prstGeom prst="rect">
            <a:avLst/>
          </a:prstGeom>
          <a:noFill/>
          <a:ln>
            <a:noFill/>
          </a:ln>
        </p:spPr>
      </p:pic>
      <p:sp>
        <p:nvSpPr>
          <p:cNvPr id="157" name="Google Shape;157;p23"/>
          <p:cNvSpPr txBox="1"/>
          <p:nvPr/>
        </p:nvSpPr>
        <p:spPr>
          <a:xfrm>
            <a:off x="4199925" y="1508100"/>
            <a:ext cx="4058400" cy="89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Baskervville"/>
                <a:ea typeface="Baskervville"/>
                <a:cs typeface="Baskervville"/>
                <a:sym typeface="Baskervville"/>
              </a:rPr>
              <a:t>In our primary logo, the logo image is within the brand name. (Text 54px)</a:t>
            </a:r>
            <a:endParaRPr sz="1800">
              <a:solidFill>
                <a:schemeClr val="dk1"/>
              </a:solidFill>
              <a:latin typeface="Baskervville"/>
              <a:ea typeface="Baskervville"/>
              <a:cs typeface="Baskervville"/>
              <a:sym typeface="Baskervville"/>
            </a:endParaRPr>
          </a:p>
          <a:p>
            <a:pPr indent="0" lvl="0" marL="0" rtl="0" algn="l">
              <a:spcBef>
                <a:spcPts val="0"/>
              </a:spcBef>
              <a:spcAft>
                <a:spcPts val="0"/>
              </a:spcAft>
              <a:buNone/>
            </a:pPr>
            <a:r>
              <a:rPr lang="en" sz="1800">
                <a:solidFill>
                  <a:schemeClr val="dk1"/>
                </a:solidFill>
                <a:latin typeface="Baskervville"/>
                <a:ea typeface="Baskervville"/>
                <a:cs typeface="Baskervville"/>
                <a:sym typeface="Baskervville"/>
              </a:rPr>
              <a:t>(Image Height 65px)</a:t>
            </a:r>
            <a:endParaRPr sz="1800">
              <a:solidFill>
                <a:schemeClr val="dk1"/>
              </a:solidFill>
              <a:latin typeface="Baskervville"/>
              <a:ea typeface="Baskervville"/>
              <a:cs typeface="Baskervville"/>
              <a:sym typeface="Baskervville"/>
            </a:endParaRPr>
          </a:p>
        </p:txBody>
      </p:sp>
      <p:sp>
        <p:nvSpPr>
          <p:cNvPr id="158" name="Google Shape;158;p23"/>
          <p:cNvSpPr txBox="1"/>
          <p:nvPr/>
        </p:nvSpPr>
        <p:spPr>
          <a:xfrm>
            <a:off x="4128975" y="2862625"/>
            <a:ext cx="45396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Baskervville"/>
                <a:ea typeface="Baskervville"/>
                <a:cs typeface="Baskervville"/>
                <a:sym typeface="Baskervville"/>
              </a:rPr>
              <a:t>In our secondary logo, the logo image is </a:t>
            </a:r>
            <a:r>
              <a:rPr lang="en" sz="1800">
                <a:solidFill>
                  <a:schemeClr val="dk1"/>
                </a:solidFill>
                <a:latin typeface="Baskervville"/>
                <a:ea typeface="Baskervville"/>
                <a:cs typeface="Baskervville"/>
                <a:sym typeface="Baskervville"/>
              </a:rPr>
              <a:t>separated</a:t>
            </a:r>
            <a:r>
              <a:rPr lang="en" sz="1800">
                <a:solidFill>
                  <a:schemeClr val="dk1"/>
                </a:solidFill>
                <a:latin typeface="Baskervville"/>
                <a:ea typeface="Baskervville"/>
                <a:cs typeface="Baskervville"/>
                <a:sym typeface="Baskervville"/>
              </a:rPr>
              <a:t> from the brand name in cases situations that do not require the logo image (Image Height 63px)</a:t>
            </a:r>
            <a:endParaRPr sz="1800">
              <a:solidFill>
                <a:schemeClr val="dk1"/>
              </a:solidFill>
              <a:latin typeface="Baskervville"/>
              <a:ea typeface="Baskervville"/>
              <a:cs typeface="Baskervville"/>
              <a:sym typeface="Baskervville"/>
            </a:endParaRPr>
          </a:p>
        </p:txBody>
      </p:sp>
      <p:pic>
        <p:nvPicPr>
          <p:cNvPr id="159" name="Google Shape;159;p23"/>
          <p:cNvPicPr preferRelativeResize="0"/>
          <p:nvPr/>
        </p:nvPicPr>
        <p:blipFill>
          <a:blip r:embed="rId4">
            <a:alphaModFix/>
          </a:blip>
          <a:stretch>
            <a:fillRect/>
          </a:stretch>
        </p:blipFill>
        <p:spPr>
          <a:xfrm>
            <a:off x="691725" y="3386676"/>
            <a:ext cx="3386302" cy="768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3" name="Shape 163"/>
        <p:cNvGrpSpPr/>
        <p:nvPr/>
      </p:nvGrpSpPr>
      <p:grpSpPr>
        <a:xfrm>
          <a:off x="0" y="0"/>
          <a:ext cx="0" cy="0"/>
          <a:chOff x="0" y="0"/>
          <a:chExt cx="0" cy="0"/>
        </a:xfrm>
      </p:grpSpPr>
      <p:sp>
        <p:nvSpPr>
          <p:cNvPr id="164" name="Google Shape;164;p24"/>
          <p:cNvSpPr txBox="1"/>
          <p:nvPr>
            <p:ph type="title"/>
          </p:nvPr>
        </p:nvSpPr>
        <p:spPr>
          <a:xfrm>
            <a:off x="640300" y="375450"/>
            <a:ext cx="8204100" cy="64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700">
                <a:solidFill>
                  <a:srgbClr val="FFFFFF"/>
                </a:solidFill>
                <a:latin typeface="Baskervville"/>
                <a:ea typeface="Baskervville"/>
                <a:cs typeface="Baskervville"/>
                <a:sym typeface="Baskervville"/>
              </a:rPr>
              <a:t>OUR VISUAL ELEMENTS</a:t>
            </a:r>
            <a:r>
              <a:rPr lang="en" sz="3700">
                <a:latin typeface="Baskervville"/>
                <a:ea typeface="Baskervville"/>
                <a:cs typeface="Baskervville"/>
                <a:sym typeface="Baskervville"/>
              </a:rPr>
              <a:t> </a:t>
            </a:r>
            <a:r>
              <a:rPr i="1" lang="en" sz="2400">
                <a:solidFill>
                  <a:srgbClr val="CCCCCC"/>
                </a:solidFill>
                <a:latin typeface="Baskervville"/>
                <a:ea typeface="Baskervville"/>
                <a:cs typeface="Baskervville"/>
                <a:sym typeface="Baskervville"/>
              </a:rPr>
              <a:t>(continued)</a:t>
            </a:r>
            <a:endParaRPr i="1" sz="2400">
              <a:solidFill>
                <a:srgbClr val="CCCCCC"/>
              </a:solidFill>
              <a:latin typeface="Baskervville"/>
              <a:ea typeface="Baskervville"/>
              <a:cs typeface="Baskervville"/>
              <a:sym typeface="Baskervville"/>
            </a:endParaRPr>
          </a:p>
        </p:txBody>
      </p:sp>
      <p:cxnSp>
        <p:nvCxnSpPr>
          <p:cNvPr id="165" name="Google Shape;165;p24"/>
          <p:cNvCxnSpPr/>
          <p:nvPr/>
        </p:nvCxnSpPr>
        <p:spPr>
          <a:xfrm>
            <a:off x="319625" y="3178975"/>
            <a:ext cx="0" cy="246000"/>
          </a:xfrm>
          <a:prstGeom prst="straightConnector1">
            <a:avLst/>
          </a:prstGeom>
          <a:noFill/>
          <a:ln cap="flat" cmpd="sng" w="9525">
            <a:solidFill>
              <a:schemeClr val="dk1"/>
            </a:solidFill>
            <a:prstDash val="solid"/>
            <a:round/>
            <a:headEnd len="med" w="med" type="none"/>
            <a:tailEnd len="med" w="med" type="none"/>
          </a:ln>
        </p:spPr>
      </p:cxnSp>
      <p:pic>
        <p:nvPicPr>
          <p:cNvPr id="166" name="Google Shape;166;p24"/>
          <p:cNvPicPr preferRelativeResize="0"/>
          <p:nvPr/>
        </p:nvPicPr>
        <p:blipFill>
          <a:blip r:embed="rId3">
            <a:alphaModFix/>
          </a:blip>
          <a:stretch>
            <a:fillRect/>
          </a:stretch>
        </p:blipFill>
        <p:spPr>
          <a:xfrm>
            <a:off x="5682200" y="1115325"/>
            <a:ext cx="1485300" cy="1215550"/>
          </a:xfrm>
          <a:prstGeom prst="rect">
            <a:avLst/>
          </a:prstGeom>
          <a:noFill/>
          <a:ln>
            <a:noFill/>
          </a:ln>
        </p:spPr>
      </p:pic>
      <p:pic>
        <p:nvPicPr>
          <p:cNvPr id="167" name="Google Shape;167;p24"/>
          <p:cNvPicPr preferRelativeResize="0"/>
          <p:nvPr/>
        </p:nvPicPr>
        <p:blipFill>
          <a:blip r:embed="rId4">
            <a:alphaModFix/>
          </a:blip>
          <a:stretch>
            <a:fillRect/>
          </a:stretch>
        </p:blipFill>
        <p:spPr>
          <a:xfrm>
            <a:off x="691725" y="2940075"/>
            <a:ext cx="5352976" cy="1215550"/>
          </a:xfrm>
          <a:prstGeom prst="rect">
            <a:avLst/>
          </a:prstGeom>
          <a:noFill/>
          <a:ln>
            <a:noFill/>
          </a:ln>
        </p:spPr>
      </p:pic>
      <p:sp>
        <p:nvSpPr>
          <p:cNvPr id="168" name="Google Shape;168;p24"/>
          <p:cNvSpPr txBox="1"/>
          <p:nvPr/>
        </p:nvSpPr>
        <p:spPr>
          <a:xfrm>
            <a:off x="1392125" y="1375825"/>
            <a:ext cx="3590100" cy="140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Baskervville"/>
                <a:ea typeface="Baskervville"/>
                <a:cs typeface="Baskervville"/>
                <a:sym typeface="Baskervville"/>
              </a:rPr>
              <a:t>Logo Image Icon in the case of a black background (or dark) needed (63px)</a:t>
            </a:r>
            <a:endParaRPr sz="1800">
              <a:solidFill>
                <a:srgbClr val="FFFFFF"/>
              </a:solidFill>
              <a:latin typeface="Baskervville"/>
              <a:ea typeface="Baskervville"/>
              <a:cs typeface="Baskervville"/>
              <a:sym typeface="Baskervville"/>
            </a:endParaRPr>
          </a:p>
        </p:txBody>
      </p:sp>
      <p:sp>
        <p:nvSpPr>
          <p:cNvPr id="169" name="Google Shape;169;p24"/>
          <p:cNvSpPr txBox="1"/>
          <p:nvPr/>
        </p:nvSpPr>
        <p:spPr>
          <a:xfrm>
            <a:off x="6301150" y="2938900"/>
            <a:ext cx="2238900" cy="12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Baskervville"/>
                <a:ea typeface="Baskervville"/>
                <a:cs typeface="Baskervville"/>
                <a:sym typeface="Baskervville"/>
              </a:rPr>
              <a:t>63px also applies for secondary logo (black background)</a:t>
            </a:r>
            <a:endParaRPr sz="1800">
              <a:solidFill>
                <a:srgbClr val="FFFFFF"/>
              </a:solidFill>
              <a:latin typeface="Baskervville"/>
              <a:ea typeface="Baskervville"/>
              <a:cs typeface="Baskervville"/>
              <a:sym typeface="Baskervville"/>
            </a:endParaRPr>
          </a:p>
        </p:txBody>
      </p:sp>
      <p:sp>
        <p:nvSpPr>
          <p:cNvPr id="170" name="Google Shape;170;p24"/>
          <p:cNvSpPr txBox="1"/>
          <p:nvPr/>
        </p:nvSpPr>
        <p:spPr>
          <a:xfrm>
            <a:off x="7392050" y="1416550"/>
            <a:ext cx="1294500" cy="7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Baskervville"/>
                <a:ea typeface="Baskervville"/>
                <a:cs typeface="Baskervville"/>
                <a:sym typeface="Baskervville"/>
              </a:rPr>
              <a:t>&lt; Main Symbol</a:t>
            </a:r>
            <a:endParaRPr sz="1800">
              <a:solidFill>
                <a:srgbClr val="FFFFFF"/>
              </a:solidFill>
              <a:latin typeface="Baskervville"/>
              <a:ea typeface="Baskervville"/>
              <a:cs typeface="Baskervville"/>
              <a:sym typeface="Baskervvill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idx="1" type="body"/>
          </p:nvPr>
        </p:nvSpPr>
        <p:spPr>
          <a:xfrm>
            <a:off x="620775" y="982825"/>
            <a:ext cx="7780800" cy="3172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lt2"/>
              </a:buClr>
              <a:buSzPts val="1100"/>
              <a:buNone/>
            </a:pPr>
            <a:r>
              <a:rPr lang="en" sz="2400">
                <a:latin typeface="Baskervville"/>
                <a:ea typeface="Baskervville"/>
                <a:cs typeface="Baskervville"/>
                <a:sym typeface="Baskervville"/>
              </a:rPr>
              <a:t>Primary  					Neutral			       Secondary</a:t>
            </a:r>
            <a:endParaRPr sz="2400">
              <a:latin typeface="Baskervville"/>
              <a:ea typeface="Baskervville"/>
              <a:cs typeface="Baskervville"/>
              <a:sym typeface="Baskervville"/>
            </a:endParaRPr>
          </a:p>
        </p:txBody>
      </p:sp>
      <p:sp>
        <p:nvSpPr>
          <p:cNvPr id="176" name="Google Shape;176;p25"/>
          <p:cNvSpPr txBox="1"/>
          <p:nvPr>
            <p:ph type="title"/>
          </p:nvPr>
        </p:nvSpPr>
        <p:spPr>
          <a:xfrm>
            <a:off x="620775" y="258750"/>
            <a:ext cx="3192600" cy="74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700">
                <a:latin typeface="Baskervville"/>
                <a:ea typeface="Baskervville"/>
                <a:cs typeface="Baskervville"/>
                <a:sym typeface="Baskervville"/>
              </a:rPr>
              <a:t>COLOR</a:t>
            </a:r>
            <a:endParaRPr sz="3700">
              <a:latin typeface="Baskervville"/>
              <a:ea typeface="Baskervville"/>
              <a:cs typeface="Baskervville"/>
              <a:sym typeface="Baskervville"/>
            </a:endParaRPr>
          </a:p>
        </p:txBody>
      </p:sp>
      <p:pic>
        <p:nvPicPr>
          <p:cNvPr id="177" name="Google Shape;177;p25" title="color1.png"/>
          <p:cNvPicPr preferRelativeResize="0"/>
          <p:nvPr/>
        </p:nvPicPr>
        <p:blipFill>
          <a:blip r:embed="rId3">
            <a:alphaModFix/>
          </a:blip>
          <a:stretch>
            <a:fillRect/>
          </a:stretch>
        </p:blipFill>
        <p:spPr>
          <a:xfrm>
            <a:off x="-314175" y="850300"/>
            <a:ext cx="4086826" cy="2298850"/>
          </a:xfrm>
          <a:prstGeom prst="rect">
            <a:avLst/>
          </a:prstGeom>
          <a:noFill/>
          <a:ln>
            <a:noFill/>
          </a:ln>
        </p:spPr>
      </p:pic>
      <p:sp>
        <p:nvSpPr>
          <p:cNvPr id="178" name="Google Shape;178;p25"/>
          <p:cNvSpPr txBox="1"/>
          <p:nvPr/>
        </p:nvSpPr>
        <p:spPr>
          <a:xfrm>
            <a:off x="700125" y="2450450"/>
            <a:ext cx="2385900" cy="170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Baskervville"/>
                <a:ea typeface="Baskervville"/>
                <a:cs typeface="Baskervville"/>
                <a:sym typeface="Baskervville"/>
              </a:rPr>
              <a:t>RGB(192, 180, 155)</a:t>
            </a:r>
            <a:endParaRPr sz="1800">
              <a:solidFill>
                <a:schemeClr val="dk1"/>
              </a:solidFill>
              <a:latin typeface="Baskervville"/>
              <a:ea typeface="Baskervville"/>
              <a:cs typeface="Baskervville"/>
              <a:sym typeface="Baskervville"/>
            </a:endParaRPr>
          </a:p>
          <a:p>
            <a:pPr indent="0" lvl="0" marL="0" rtl="0" algn="l">
              <a:spcBef>
                <a:spcPts val="0"/>
              </a:spcBef>
              <a:spcAft>
                <a:spcPts val="0"/>
              </a:spcAft>
              <a:buNone/>
            </a:pPr>
            <a:r>
              <a:rPr lang="en" sz="1800">
                <a:solidFill>
                  <a:schemeClr val="dk1"/>
                </a:solidFill>
                <a:latin typeface="Baskervville"/>
                <a:ea typeface="Baskervville"/>
                <a:cs typeface="Baskervville"/>
                <a:sym typeface="Baskervville"/>
              </a:rPr>
              <a:t>CMYK (0, 6, 19, 25)</a:t>
            </a:r>
            <a:endParaRPr sz="1800">
              <a:solidFill>
                <a:schemeClr val="dk1"/>
              </a:solidFill>
              <a:latin typeface="Baskervville"/>
              <a:ea typeface="Baskervville"/>
              <a:cs typeface="Baskervville"/>
              <a:sym typeface="Baskervville"/>
            </a:endParaRPr>
          </a:p>
          <a:p>
            <a:pPr indent="0" lvl="0" marL="0" rtl="0" algn="l">
              <a:spcBef>
                <a:spcPts val="0"/>
              </a:spcBef>
              <a:spcAft>
                <a:spcPts val="0"/>
              </a:spcAft>
              <a:buNone/>
            </a:pPr>
            <a:r>
              <a:rPr lang="en" sz="1800">
                <a:solidFill>
                  <a:schemeClr val="dk1"/>
                </a:solidFill>
                <a:latin typeface="Baskervville"/>
                <a:ea typeface="Baskervville"/>
                <a:cs typeface="Baskervville"/>
                <a:sym typeface="Baskervville"/>
              </a:rPr>
              <a:t>Safe to use for Primary Logo Only</a:t>
            </a:r>
            <a:endParaRPr sz="1800">
              <a:solidFill>
                <a:schemeClr val="dk1"/>
              </a:solidFill>
              <a:latin typeface="Baskervville"/>
              <a:ea typeface="Baskervville"/>
              <a:cs typeface="Baskervville"/>
              <a:sym typeface="Baskervville"/>
            </a:endParaRPr>
          </a:p>
        </p:txBody>
      </p:sp>
      <p:pic>
        <p:nvPicPr>
          <p:cNvPr id="179" name="Google Shape;179;p25" title="white.png"/>
          <p:cNvPicPr preferRelativeResize="0"/>
          <p:nvPr/>
        </p:nvPicPr>
        <p:blipFill rotWithShape="1">
          <a:blip r:embed="rId4">
            <a:alphaModFix/>
          </a:blip>
          <a:srcRect b="31150" l="2312" r="58157" t="33394"/>
          <a:stretch/>
        </p:blipFill>
        <p:spPr>
          <a:xfrm>
            <a:off x="3419225" y="1587525"/>
            <a:ext cx="1823450" cy="919925"/>
          </a:xfrm>
          <a:prstGeom prst="rect">
            <a:avLst/>
          </a:prstGeom>
          <a:noFill/>
          <a:ln>
            <a:noFill/>
          </a:ln>
        </p:spPr>
      </p:pic>
      <p:pic>
        <p:nvPicPr>
          <p:cNvPr id="180" name="Google Shape;180;p25" title="colour-black-hex-000000-800-600-image.png"/>
          <p:cNvPicPr preferRelativeResize="0"/>
          <p:nvPr/>
        </p:nvPicPr>
        <p:blipFill rotWithShape="1">
          <a:blip r:embed="rId5">
            <a:alphaModFix/>
          </a:blip>
          <a:srcRect b="58907" l="1540" r="53682" t="14977"/>
          <a:stretch/>
        </p:blipFill>
        <p:spPr>
          <a:xfrm>
            <a:off x="3279463" y="2721200"/>
            <a:ext cx="2102972" cy="919925"/>
          </a:xfrm>
          <a:prstGeom prst="rect">
            <a:avLst/>
          </a:prstGeom>
          <a:noFill/>
          <a:ln>
            <a:noFill/>
          </a:ln>
        </p:spPr>
      </p:pic>
      <p:pic>
        <p:nvPicPr>
          <p:cNvPr id="181" name="Google Shape;181;p25" title="oakbrown.png"/>
          <p:cNvPicPr preferRelativeResize="0"/>
          <p:nvPr/>
        </p:nvPicPr>
        <p:blipFill>
          <a:blip r:embed="rId6">
            <a:alphaModFix/>
          </a:blip>
          <a:stretch>
            <a:fillRect/>
          </a:stretch>
        </p:blipFill>
        <p:spPr>
          <a:xfrm>
            <a:off x="4493825" y="460400"/>
            <a:ext cx="5763850" cy="3242176"/>
          </a:xfrm>
          <a:prstGeom prst="rect">
            <a:avLst/>
          </a:prstGeom>
          <a:noFill/>
          <a:ln>
            <a:noFill/>
          </a:ln>
        </p:spPr>
      </p:pic>
      <p:sp>
        <p:nvSpPr>
          <p:cNvPr id="182" name="Google Shape;182;p25"/>
          <p:cNvSpPr txBox="1"/>
          <p:nvPr/>
        </p:nvSpPr>
        <p:spPr>
          <a:xfrm>
            <a:off x="6195325" y="2645825"/>
            <a:ext cx="2621400" cy="15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Baskervville"/>
                <a:ea typeface="Baskervville"/>
                <a:cs typeface="Baskervville"/>
                <a:sym typeface="Baskervville"/>
              </a:rPr>
              <a:t>RGB(168, 124, 84)</a:t>
            </a:r>
            <a:endParaRPr sz="1800">
              <a:solidFill>
                <a:schemeClr val="dk1"/>
              </a:solidFill>
              <a:latin typeface="Baskervville"/>
              <a:ea typeface="Baskervville"/>
              <a:cs typeface="Baskervville"/>
              <a:sym typeface="Baskervville"/>
            </a:endParaRPr>
          </a:p>
          <a:p>
            <a:pPr indent="0" lvl="0" marL="0" rtl="0" algn="l">
              <a:spcBef>
                <a:spcPts val="0"/>
              </a:spcBef>
              <a:spcAft>
                <a:spcPts val="0"/>
              </a:spcAft>
              <a:buNone/>
            </a:pPr>
            <a:r>
              <a:rPr lang="en" sz="1800">
                <a:solidFill>
                  <a:schemeClr val="dk1"/>
                </a:solidFill>
                <a:latin typeface="Baskervville"/>
                <a:ea typeface="Baskervville"/>
                <a:cs typeface="Baskervville"/>
                <a:sym typeface="Baskervville"/>
              </a:rPr>
              <a:t>CMYK(0, 26, 50, 34)</a:t>
            </a:r>
            <a:endParaRPr sz="1800">
              <a:solidFill>
                <a:schemeClr val="dk1"/>
              </a:solidFill>
              <a:latin typeface="Baskervville"/>
              <a:ea typeface="Baskervville"/>
              <a:cs typeface="Baskervville"/>
              <a:sym typeface="Baskervville"/>
            </a:endParaRPr>
          </a:p>
          <a:p>
            <a:pPr indent="0" lvl="0" marL="0" rtl="0" algn="l">
              <a:spcBef>
                <a:spcPts val="0"/>
              </a:spcBef>
              <a:spcAft>
                <a:spcPts val="0"/>
              </a:spcAft>
              <a:buNone/>
            </a:pPr>
            <a:r>
              <a:rPr lang="en" sz="1800">
                <a:solidFill>
                  <a:schemeClr val="dk1"/>
                </a:solidFill>
                <a:latin typeface="Baskervville"/>
                <a:ea typeface="Baskervville"/>
                <a:cs typeface="Baskervville"/>
                <a:sym typeface="Baskervville"/>
              </a:rPr>
              <a:t>For extras such as interactive buttons and more</a:t>
            </a:r>
            <a:endParaRPr sz="1800">
              <a:solidFill>
                <a:schemeClr val="dk1"/>
              </a:solidFill>
              <a:latin typeface="Baskervville"/>
              <a:ea typeface="Baskervville"/>
              <a:cs typeface="Baskervville"/>
              <a:sym typeface="Baskervvill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nvSpPr>
        <p:spPr>
          <a:xfrm>
            <a:off x="691975" y="260525"/>
            <a:ext cx="7986300" cy="74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700">
                <a:solidFill>
                  <a:schemeClr val="dk1"/>
                </a:solidFill>
                <a:latin typeface="Baskervville"/>
                <a:ea typeface="Baskervville"/>
                <a:cs typeface="Baskervville"/>
                <a:sym typeface="Baskervville"/>
              </a:rPr>
              <a:t>Typography</a:t>
            </a:r>
            <a:r>
              <a:rPr lang="en" sz="3700">
                <a:solidFill>
                  <a:schemeClr val="dk1"/>
                </a:solidFill>
                <a:latin typeface="Baskervville"/>
                <a:ea typeface="Baskervville"/>
                <a:cs typeface="Baskervville"/>
                <a:sym typeface="Baskervville"/>
              </a:rPr>
              <a:t> Rules</a:t>
            </a:r>
            <a:endParaRPr sz="3700">
              <a:solidFill>
                <a:schemeClr val="dk1"/>
              </a:solidFill>
              <a:latin typeface="Baskervville"/>
              <a:ea typeface="Baskervville"/>
              <a:cs typeface="Baskervville"/>
              <a:sym typeface="Baskervville"/>
            </a:endParaRPr>
          </a:p>
        </p:txBody>
      </p:sp>
      <p:sp>
        <p:nvSpPr>
          <p:cNvPr id="188" name="Google Shape;188;p26"/>
          <p:cNvSpPr txBox="1"/>
          <p:nvPr/>
        </p:nvSpPr>
        <p:spPr>
          <a:xfrm>
            <a:off x="700125" y="846675"/>
            <a:ext cx="8377200" cy="33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000">
                <a:solidFill>
                  <a:schemeClr val="dk1"/>
                </a:solidFill>
                <a:latin typeface="Baskervville"/>
                <a:ea typeface="Baskervville"/>
                <a:cs typeface="Baskervville"/>
                <a:sym typeface="Baskervville"/>
              </a:rPr>
              <a:t>Logo Text 54px  </a:t>
            </a:r>
            <a:r>
              <a:rPr lang="en" sz="3600">
                <a:solidFill>
                  <a:schemeClr val="dk1"/>
                </a:solidFill>
                <a:latin typeface="Baskervville"/>
                <a:ea typeface="Baskervville"/>
                <a:cs typeface="Baskervville"/>
                <a:sym typeface="Baskervville"/>
              </a:rPr>
              <a:t>					Baskerville</a:t>
            </a:r>
            <a:endParaRPr sz="3600">
              <a:solidFill>
                <a:schemeClr val="dk1"/>
              </a:solidFill>
              <a:latin typeface="Baskervville"/>
              <a:ea typeface="Baskervville"/>
              <a:cs typeface="Baskervville"/>
              <a:sym typeface="Baskervville"/>
            </a:endParaRPr>
          </a:p>
          <a:p>
            <a:pPr indent="0" lvl="0" marL="0" rtl="0" algn="l">
              <a:spcBef>
                <a:spcPts val="0"/>
              </a:spcBef>
              <a:spcAft>
                <a:spcPts val="0"/>
              </a:spcAft>
              <a:buNone/>
            </a:pPr>
            <a:r>
              <a:rPr lang="en" sz="3000">
                <a:solidFill>
                  <a:schemeClr val="dk1"/>
                </a:solidFill>
                <a:latin typeface="Baskervville"/>
                <a:ea typeface="Baskervville"/>
                <a:cs typeface="Baskervville"/>
                <a:sym typeface="Baskervville"/>
              </a:rPr>
              <a:t>Heading Text 48px						Baskerville</a:t>
            </a:r>
            <a:endParaRPr sz="3000">
              <a:solidFill>
                <a:schemeClr val="dk1"/>
              </a:solidFill>
              <a:latin typeface="Baskervville"/>
              <a:ea typeface="Baskervville"/>
              <a:cs typeface="Baskervville"/>
              <a:sym typeface="Baskervville"/>
            </a:endParaRPr>
          </a:p>
          <a:p>
            <a:pPr indent="0" lvl="0" marL="0" rtl="0" algn="l">
              <a:spcBef>
                <a:spcPts val="0"/>
              </a:spcBef>
              <a:spcAft>
                <a:spcPts val="0"/>
              </a:spcAft>
              <a:buNone/>
            </a:pPr>
            <a:r>
              <a:t/>
            </a:r>
            <a:endParaRPr sz="2400">
              <a:solidFill>
                <a:schemeClr val="dk1"/>
              </a:solidFill>
              <a:latin typeface="Baskervville"/>
              <a:ea typeface="Baskervville"/>
              <a:cs typeface="Baskervville"/>
              <a:sym typeface="Baskervville"/>
            </a:endParaRPr>
          </a:p>
          <a:p>
            <a:pPr indent="0" lvl="0" marL="0" rtl="0" algn="l">
              <a:spcBef>
                <a:spcPts val="0"/>
              </a:spcBef>
              <a:spcAft>
                <a:spcPts val="0"/>
              </a:spcAft>
              <a:buNone/>
            </a:pPr>
            <a:r>
              <a:rPr lang="en" sz="2000">
                <a:solidFill>
                  <a:schemeClr val="dk1"/>
                </a:solidFill>
                <a:latin typeface="Baskervville"/>
                <a:ea typeface="Baskervville"/>
                <a:cs typeface="Baskervville"/>
                <a:sym typeface="Baskervville"/>
              </a:rPr>
              <a:t>					</a:t>
            </a:r>
            <a:endParaRPr sz="2000">
              <a:solidFill>
                <a:schemeClr val="dk1"/>
              </a:solidFill>
              <a:latin typeface="Baskervville"/>
              <a:ea typeface="Baskervville"/>
              <a:cs typeface="Baskervville"/>
              <a:sym typeface="Baskervville"/>
            </a:endParaRPr>
          </a:p>
          <a:p>
            <a:pPr indent="0" lvl="0" marL="0" rtl="0" algn="l">
              <a:spcBef>
                <a:spcPts val="0"/>
              </a:spcBef>
              <a:spcAft>
                <a:spcPts val="0"/>
              </a:spcAft>
              <a:buNone/>
            </a:pPr>
            <a:r>
              <a:t/>
            </a:r>
            <a:endParaRPr sz="1800">
              <a:solidFill>
                <a:schemeClr val="dk1"/>
              </a:solidFill>
              <a:latin typeface="Baskervville"/>
              <a:ea typeface="Baskervville"/>
              <a:cs typeface="Baskervville"/>
              <a:sym typeface="Baskervville"/>
            </a:endParaRPr>
          </a:p>
        </p:txBody>
      </p:sp>
      <p:pic>
        <p:nvPicPr>
          <p:cNvPr id="189" name="Google Shape;189;p26"/>
          <p:cNvPicPr preferRelativeResize="0"/>
          <p:nvPr/>
        </p:nvPicPr>
        <p:blipFill>
          <a:blip r:embed="rId3">
            <a:alphaModFix/>
          </a:blip>
          <a:stretch>
            <a:fillRect/>
          </a:stretch>
        </p:blipFill>
        <p:spPr>
          <a:xfrm>
            <a:off x="830375" y="2392025"/>
            <a:ext cx="7589699" cy="359450"/>
          </a:xfrm>
          <a:prstGeom prst="rect">
            <a:avLst/>
          </a:prstGeom>
          <a:noFill/>
          <a:ln>
            <a:noFill/>
          </a:ln>
        </p:spPr>
      </p:pic>
      <p:pic>
        <p:nvPicPr>
          <p:cNvPr id="190" name="Google Shape;190;p26"/>
          <p:cNvPicPr preferRelativeResize="0"/>
          <p:nvPr/>
        </p:nvPicPr>
        <p:blipFill>
          <a:blip r:embed="rId4">
            <a:alphaModFix/>
          </a:blip>
          <a:stretch>
            <a:fillRect/>
          </a:stretch>
        </p:blipFill>
        <p:spPr>
          <a:xfrm>
            <a:off x="830375" y="3659575"/>
            <a:ext cx="6948675" cy="430900"/>
          </a:xfrm>
          <a:prstGeom prst="rect">
            <a:avLst/>
          </a:prstGeom>
          <a:noFill/>
          <a:ln>
            <a:noFill/>
          </a:ln>
        </p:spPr>
      </p:pic>
      <p:pic>
        <p:nvPicPr>
          <p:cNvPr id="191" name="Google Shape;191;p26"/>
          <p:cNvPicPr preferRelativeResize="0"/>
          <p:nvPr/>
        </p:nvPicPr>
        <p:blipFill>
          <a:blip r:embed="rId5">
            <a:alphaModFix/>
          </a:blip>
          <a:stretch>
            <a:fillRect/>
          </a:stretch>
        </p:blipFill>
        <p:spPr>
          <a:xfrm>
            <a:off x="830375" y="3014450"/>
            <a:ext cx="7074550" cy="284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ph idx="8" type="body"/>
          </p:nvPr>
        </p:nvSpPr>
        <p:spPr>
          <a:xfrm>
            <a:off x="620775" y="1064250"/>
            <a:ext cx="6179400" cy="212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97" name="Google Shape;197;p27"/>
          <p:cNvSpPr txBox="1"/>
          <p:nvPr>
            <p:ph type="title"/>
          </p:nvPr>
        </p:nvSpPr>
        <p:spPr>
          <a:xfrm>
            <a:off x="620775" y="258750"/>
            <a:ext cx="7747800" cy="104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700">
                <a:latin typeface="Baskervville"/>
                <a:ea typeface="Baskervville"/>
                <a:cs typeface="Baskervville"/>
                <a:sym typeface="Baskervville"/>
              </a:rPr>
              <a:t>OUR APPROACH</a:t>
            </a:r>
            <a:endParaRPr sz="3700">
              <a:latin typeface="Baskervville"/>
              <a:ea typeface="Baskervville"/>
              <a:cs typeface="Baskervville"/>
              <a:sym typeface="Baskervville"/>
            </a:endParaRPr>
          </a:p>
        </p:txBody>
      </p:sp>
      <p:pic>
        <p:nvPicPr>
          <p:cNvPr id="198" name="Google Shape;198;p27" title="Screenshot 2025-10-27 003350.png"/>
          <p:cNvPicPr preferRelativeResize="0"/>
          <p:nvPr/>
        </p:nvPicPr>
        <p:blipFill>
          <a:blip r:embed="rId3">
            <a:alphaModFix/>
          </a:blip>
          <a:stretch>
            <a:fillRect/>
          </a:stretch>
        </p:blipFill>
        <p:spPr>
          <a:xfrm>
            <a:off x="152400" y="4256950"/>
            <a:ext cx="8839201" cy="502393"/>
          </a:xfrm>
          <a:prstGeom prst="rect">
            <a:avLst/>
          </a:prstGeom>
          <a:noFill/>
          <a:ln>
            <a:noFill/>
          </a:ln>
        </p:spPr>
      </p:pic>
      <p:pic>
        <p:nvPicPr>
          <p:cNvPr id="199" name="Google Shape;199;p27" title="Screenshot 2025-10-27 003254.png"/>
          <p:cNvPicPr preferRelativeResize="0"/>
          <p:nvPr/>
        </p:nvPicPr>
        <p:blipFill>
          <a:blip r:embed="rId4">
            <a:alphaModFix/>
          </a:blip>
          <a:stretch>
            <a:fillRect/>
          </a:stretch>
        </p:blipFill>
        <p:spPr>
          <a:xfrm>
            <a:off x="152400" y="1185476"/>
            <a:ext cx="3044307" cy="1227625"/>
          </a:xfrm>
          <a:prstGeom prst="rect">
            <a:avLst/>
          </a:prstGeom>
          <a:noFill/>
          <a:ln>
            <a:noFill/>
          </a:ln>
        </p:spPr>
      </p:pic>
      <p:pic>
        <p:nvPicPr>
          <p:cNvPr id="200" name="Google Shape;200;p27" title="Screenshot 2025-10-27 003301.png"/>
          <p:cNvPicPr preferRelativeResize="0"/>
          <p:nvPr/>
        </p:nvPicPr>
        <p:blipFill>
          <a:blip r:embed="rId5">
            <a:alphaModFix/>
          </a:blip>
          <a:stretch>
            <a:fillRect/>
          </a:stretch>
        </p:blipFill>
        <p:spPr>
          <a:xfrm>
            <a:off x="3504097" y="1064247"/>
            <a:ext cx="2635675" cy="1996750"/>
          </a:xfrm>
          <a:prstGeom prst="rect">
            <a:avLst/>
          </a:prstGeom>
          <a:noFill/>
          <a:ln>
            <a:noFill/>
          </a:ln>
        </p:spPr>
      </p:pic>
      <p:pic>
        <p:nvPicPr>
          <p:cNvPr id="201" name="Google Shape;201;p27" title="Screenshot 2025-10-27 003558.png"/>
          <p:cNvPicPr preferRelativeResize="0"/>
          <p:nvPr/>
        </p:nvPicPr>
        <p:blipFill>
          <a:blip r:embed="rId6">
            <a:alphaModFix/>
          </a:blip>
          <a:stretch>
            <a:fillRect/>
          </a:stretch>
        </p:blipFill>
        <p:spPr>
          <a:xfrm>
            <a:off x="6516675" y="1064250"/>
            <a:ext cx="2267125" cy="1559238"/>
          </a:xfrm>
          <a:prstGeom prst="rect">
            <a:avLst/>
          </a:prstGeom>
          <a:noFill/>
          <a:ln>
            <a:noFill/>
          </a:ln>
        </p:spPr>
      </p:pic>
      <p:sp>
        <p:nvSpPr>
          <p:cNvPr id="202" name="Google Shape;202;p27"/>
          <p:cNvSpPr txBox="1"/>
          <p:nvPr/>
        </p:nvSpPr>
        <p:spPr>
          <a:xfrm>
            <a:off x="6238288" y="2808086"/>
            <a:ext cx="28239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Baskervville"/>
                <a:ea typeface="Baskervville"/>
                <a:cs typeface="Baskervville"/>
                <a:sym typeface="Baskervville"/>
              </a:rPr>
              <a:t>Secondary Logo is always 18x from corner of the website on both sides height and width</a:t>
            </a:r>
            <a:endParaRPr sz="1800">
              <a:solidFill>
                <a:schemeClr val="dk1"/>
              </a:solidFill>
              <a:latin typeface="Baskervville"/>
              <a:ea typeface="Baskervville"/>
              <a:cs typeface="Baskervville"/>
              <a:sym typeface="Baskervville"/>
            </a:endParaRPr>
          </a:p>
        </p:txBody>
      </p:sp>
      <p:sp>
        <p:nvSpPr>
          <p:cNvPr id="203" name="Google Shape;203;p27"/>
          <p:cNvSpPr txBox="1"/>
          <p:nvPr/>
        </p:nvSpPr>
        <p:spPr>
          <a:xfrm>
            <a:off x="398325" y="2599339"/>
            <a:ext cx="28920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Baskervville"/>
                <a:ea typeface="Baskervville"/>
                <a:cs typeface="Baskervville"/>
                <a:sym typeface="Baskervville"/>
              </a:rPr>
              <a:t>There will always be a 54px gap under or over the Logo letters. With the header it is 72px up and 63px down. 63px is the base of most gap between borders and the edge of the website.</a:t>
            </a:r>
            <a:endParaRPr sz="1500">
              <a:solidFill>
                <a:schemeClr val="dk1"/>
              </a:solidFill>
              <a:latin typeface="Baskervville"/>
              <a:ea typeface="Baskervville"/>
              <a:cs typeface="Baskervville"/>
              <a:sym typeface="Baskervvill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ph idx="8" type="body"/>
          </p:nvPr>
        </p:nvSpPr>
        <p:spPr>
          <a:xfrm>
            <a:off x="620775" y="1064250"/>
            <a:ext cx="3705900" cy="2938200"/>
          </a:xfrm>
          <a:prstGeom prst="rect">
            <a:avLst/>
          </a:prstGeom>
        </p:spPr>
        <p:txBody>
          <a:bodyPr anchorCtr="0" anchor="t" bIns="91425" lIns="91425" spcFirstLastPara="1" rIns="91425" wrap="square" tIns="91425">
            <a:normAutofit/>
          </a:bodyPr>
          <a:lstStyle/>
          <a:p>
            <a:pPr indent="457200" lvl="0" marL="457200" rtl="0" algn="l">
              <a:spcBef>
                <a:spcPts val="0"/>
              </a:spcBef>
              <a:spcAft>
                <a:spcPts val="0"/>
              </a:spcAft>
              <a:buNone/>
            </a:pPr>
            <a:r>
              <a:rPr lang="en" u="sng">
                <a:latin typeface="Baskervville"/>
                <a:ea typeface="Baskervville"/>
                <a:cs typeface="Baskervville"/>
                <a:sym typeface="Baskervville"/>
              </a:rPr>
              <a:t>Do’s	</a:t>
            </a:r>
            <a:r>
              <a:rPr lang="en">
                <a:latin typeface="Baskervville"/>
                <a:ea typeface="Baskervville"/>
                <a:cs typeface="Baskervville"/>
                <a:sym typeface="Baskervville"/>
              </a:rPr>
              <a:t>✅		</a:t>
            </a:r>
            <a:endParaRPr>
              <a:latin typeface="Baskervville"/>
              <a:ea typeface="Baskervville"/>
              <a:cs typeface="Baskervville"/>
              <a:sym typeface="Baskervville"/>
            </a:endParaRPr>
          </a:p>
          <a:p>
            <a:pPr indent="0" lvl="0" marL="0" rtl="0" algn="l">
              <a:spcBef>
                <a:spcPts val="1200"/>
              </a:spcBef>
              <a:spcAft>
                <a:spcPts val="1200"/>
              </a:spcAft>
              <a:buNone/>
            </a:pPr>
            <a:r>
              <a:rPr lang="en" sz="1800">
                <a:latin typeface="Baskervville"/>
                <a:ea typeface="Baskervville"/>
                <a:cs typeface="Baskervville"/>
                <a:sym typeface="Baskervville"/>
              </a:rPr>
              <a:t>Use stock images that are clear, hi-res images </a:t>
            </a:r>
            <a:r>
              <a:rPr lang="en" sz="1800">
                <a:latin typeface="Baskervville"/>
                <a:ea typeface="Baskervville"/>
                <a:cs typeface="Baskervville"/>
                <a:sym typeface="Baskervville"/>
              </a:rPr>
              <a:t>without</a:t>
            </a:r>
            <a:r>
              <a:rPr lang="en" sz="1800">
                <a:latin typeface="Baskervville"/>
                <a:ea typeface="Baskervville"/>
                <a:cs typeface="Baskervville"/>
                <a:sym typeface="Baskervville"/>
              </a:rPr>
              <a:t> watermarks</a:t>
            </a:r>
            <a:r>
              <a:rPr lang="en">
                <a:latin typeface="Baskervville"/>
                <a:ea typeface="Baskervville"/>
                <a:cs typeface="Baskervville"/>
                <a:sym typeface="Baskervville"/>
              </a:rPr>
              <a:t>					</a:t>
            </a:r>
            <a:endParaRPr u="sng">
              <a:latin typeface="Baskervville"/>
              <a:ea typeface="Baskervville"/>
              <a:cs typeface="Baskervville"/>
              <a:sym typeface="Baskervville"/>
            </a:endParaRPr>
          </a:p>
        </p:txBody>
      </p:sp>
      <p:sp>
        <p:nvSpPr>
          <p:cNvPr id="209" name="Google Shape;209;p28"/>
          <p:cNvSpPr txBox="1"/>
          <p:nvPr>
            <p:ph type="title"/>
          </p:nvPr>
        </p:nvSpPr>
        <p:spPr>
          <a:xfrm>
            <a:off x="620775" y="258750"/>
            <a:ext cx="7747800" cy="104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700">
                <a:latin typeface="Baskervville"/>
                <a:ea typeface="Baskervville"/>
                <a:cs typeface="Baskervville"/>
                <a:sym typeface="Baskervville"/>
              </a:rPr>
              <a:t>Do’s and Don’ts of Imagery</a:t>
            </a:r>
            <a:endParaRPr sz="3700">
              <a:latin typeface="Baskervville"/>
              <a:ea typeface="Baskervville"/>
              <a:cs typeface="Baskervville"/>
              <a:sym typeface="Baskervville"/>
            </a:endParaRPr>
          </a:p>
        </p:txBody>
      </p:sp>
      <p:sp>
        <p:nvSpPr>
          <p:cNvPr id="210" name="Google Shape;210;p28"/>
          <p:cNvSpPr txBox="1"/>
          <p:nvPr>
            <p:ph idx="2" type="subTitle"/>
          </p:nvPr>
        </p:nvSpPr>
        <p:spPr>
          <a:xfrm>
            <a:off x="4877050" y="1176125"/>
            <a:ext cx="3705900" cy="2938200"/>
          </a:xfrm>
          <a:prstGeom prst="rect">
            <a:avLst/>
          </a:prstGeom>
        </p:spPr>
        <p:txBody>
          <a:bodyPr anchorCtr="0" anchor="t" bIns="91425" lIns="91425" spcFirstLastPara="1" rIns="91425" wrap="square" tIns="91425">
            <a:normAutofit/>
          </a:bodyPr>
          <a:lstStyle/>
          <a:p>
            <a:pPr indent="457200" lvl="0" marL="457200" rtl="0" algn="ctr">
              <a:spcBef>
                <a:spcPts val="0"/>
              </a:spcBef>
              <a:spcAft>
                <a:spcPts val="0"/>
              </a:spcAft>
              <a:buNone/>
            </a:pPr>
            <a:r>
              <a:rPr b="0" lang="en" sz="2600" u="sng">
                <a:latin typeface="Baskervville"/>
                <a:ea typeface="Baskervville"/>
                <a:cs typeface="Baskervville"/>
                <a:sym typeface="Baskervville"/>
              </a:rPr>
              <a:t>Dont’s</a:t>
            </a:r>
            <a:r>
              <a:rPr lang="en" u="sng">
                <a:latin typeface="Baskervville"/>
                <a:ea typeface="Baskervville"/>
                <a:cs typeface="Baskervville"/>
                <a:sym typeface="Baskervville"/>
              </a:rPr>
              <a:t>	</a:t>
            </a:r>
            <a:r>
              <a:rPr lang="en">
                <a:latin typeface="Baskervville"/>
                <a:ea typeface="Baskervville"/>
                <a:cs typeface="Baskervville"/>
                <a:sym typeface="Baskervville"/>
              </a:rPr>
              <a:t>	</a:t>
            </a:r>
            <a:endParaRPr>
              <a:latin typeface="Baskervville"/>
              <a:ea typeface="Baskervville"/>
              <a:cs typeface="Baskervville"/>
              <a:sym typeface="Baskervville"/>
            </a:endParaRPr>
          </a:p>
          <a:p>
            <a:pPr indent="0" lvl="0" marL="457200" rtl="0" algn="l">
              <a:spcBef>
                <a:spcPts val="1200"/>
              </a:spcBef>
              <a:spcAft>
                <a:spcPts val="1200"/>
              </a:spcAft>
              <a:buNone/>
            </a:pPr>
            <a:r>
              <a:rPr b="0" lang="en" sz="1800">
                <a:latin typeface="Baskervville"/>
                <a:ea typeface="Baskervville"/>
                <a:cs typeface="Baskervville"/>
                <a:sym typeface="Baskervville"/>
              </a:rPr>
              <a:t>Do not use images with watermarks or low-res</a:t>
            </a:r>
            <a:r>
              <a:rPr lang="en">
                <a:latin typeface="Baskervville"/>
                <a:ea typeface="Baskervville"/>
                <a:cs typeface="Baskervville"/>
                <a:sym typeface="Baskervville"/>
              </a:rPr>
              <a:t>							</a:t>
            </a:r>
            <a:endParaRPr u="sng">
              <a:latin typeface="Baskervville"/>
              <a:ea typeface="Baskervville"/>
              <a:cs typeface="Baskervville"/>
              <a:sym typeface="Baskervville"/>
            </a:endParaRPr>
          </a:p>
        </p:txBody>
      </p:sp>
      <p:pic>
        <p:nvPicPr>
          <p:cNvPr descr="Amazon River Basin Napo River | Stock Photo" id="211" name="Google Shape;211;p28"/>
          <p:cNvPicPr preferRelativeResize="0"/>
          <p:nvPr/>
        </p:nvPicPr>
        <p:blipFill>
          <a:blip r:embed="rId3">
            <a:alphaModFix/>
          </a:blip>
          <a:stretch>
            <a:fillRect/>
          </a:stretch>
        </p:blipFill>
        <p:spPr>
          <a:xfrm>
            <a:off x="4425701" y="2849725"/>
            <a:ext cx="1960650" cy="1292893"/>
          </a:xfrm>
          <a:prstGeom prst="rect">
            <a:avLst/>
          </a:prstGeom>
          <a:noFill/>
          <a:ln>
            <a:noFill/>
          </a:ln>
        </p:spPr>
      </p:pic>
      <p:pic>
        <p:nvPicPr>
          <p:cNvPr descr="Supertrees: The Amazon's Brazil nut tree creates its own rainfall — and  it's in danger | Vox" id="212" name="Google Shape;212;p28"/>
          <p:cNvPicPr preferRelativeResize="0"/>
          <p:nvPr/>
        </p:nvPicPr>
        <p:blipFill>
          <a:blip r:embed="rId4">
            <a:alphaModFix/>
          </a:blip>
          <a:stretch>
            <a:fillRect/>
          </a:stretch>
        </p:blipFill>
        <p:spPr>
          <a:xfrm>
            <a:off x="6485375" y="2843225"/>
            <a:ext cx="1960650" cy="1305900"/>
          </a:xfrm>
          <a:prstGeom prst="rect">
            <a:avLst/>
          </a:prstGeom>
          <a:noFill/>
          <a:ln>
            <a:noFill/>
          </a:ln>
        </p:spPr>
      </p:pic>
      <p:sp>
        <p:nvSpPr>
          <p:cNvPr id="213" name="Google Shape;213;p28"/>
          <p:cNvSpPr txBox="1"/>
          <p:nvPr/>
        </p:nvSpPr>
        <p:spPr>
          <a:xfrm>
            <a:off x="7216775" y="1133275"/>
            <a:ext cx="2106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Poppins Light"/>
                <a:ea typeface="Poppins Light"/>
                <a:cs typeface="Poppins Light"/>
                <a:sym typeface="Poppins Light"/>
              </a:rPr>
              <a:t>🚫</a:t>
            </a:r>
            <a:endParaRPr sz="3600">
              <a:solidFill>
                <a:schemeClr val="dk1"/>
              </a:solidFill>
              <a:latin typeface="Poppins Light"/>
              <a:ea typeface="Poppins Light"/>
              <a:cs typeface="Poppins Light"/>
              <a:sym typeface="Poppins Light"/>
            </a:endParaRPr>
          </a:p>
        </p:txBody>
      </p:sp>
      <p:pic>
        <p:nvPicPr>
          <p:cNvPr id="214" name="Google Shape;214;p28" title="siguniang-mountain-8568913_1280.jpg"/>
          <p:cNvPicPr preferRelativeResize="0"/>
          <p:nvPr/>
        </p:nvPicPr>
        <p:blipFill>
          <a:blip r:embed="rId5">
            <a:alphaModFix/>
          </a:blip>
          <a:stretch>
            <a:fillRect/>
          </a:stretch>
        </p:blipFill>
        <p:spPr>
          <a:xfrm>
            <a:off x="831920" y="2545000"/>
            <a:ext cx="2854624" cy="1902350"/>
          </a:xfrm>
          <a:prstGeom prst="rect">
            <a:avLst/>
          </a:prstGeom>
          <a:noFill/>
          <a:ln>
            <a:noFill/>
          </a:ln>
        </p:spPr>
      </p:pic>
      <p:sp>
        <p:nvSpPr>
          <p:cNvPr id="215" name="Google Shape;215;p28"/>
          <p:cNvSpPr txBox="1"/>
          <p:nvPr/>
        </p:nvSpPr>
        <p:spPr>
          <a:xfrm>
            <a:off x="4530221" y="4273004"/>
            <a:ext cx="3823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Baskervville"/>
                <a:ea typeface="Baskervville"/>
                <a:cs typeface="Baskervville"/>
                <a:sym typeface="Baskervville"/>
              </a:rPr>
              <a:t>Disclaimer: AI Images are </a:t>
            </a:r>
            <a:r>
              <a:rPr lang="en" sz="1800">
                <a:solidFill>
                  <a:schemeClr val="dk1"/>
                </a:solidFill>
                <a:latin typeface="Baskervville"/>
                <a:ea typeface="Baskervville"/>
                <a:cs typeface="Baskervville"/>
                <a:sym typeface="Baskervville"/>
              </a:rPr>
              <a:t>strongly</a:t>
            </a:r>
            <a:r>
              <a:rPr lang="en" sz="1800">
                <a:solidFill>
                  <a:schemeClr val="dk1"/>
                </a:solidFill>
                <a:latin typeface="Baskervville"/>
                <a:ea typeface="Baskervville"/>
                <a:cs typeface="Baskervville"/>
                <a:sym typeface="Baskervville"/>
              </a:rPr>
              <a:t> discouraged and should not be used</a:t>
            </a:r>
            <a:endParaRPr sz="1800">
              <a:solidFill>
                <a:schemeClr val="dk1"/>
              </a:solidFill>
              <a:latin typeface="Baskervville"/>
              <a:ea typeface="Baskervville"/>
              <a:cs typeface="Baskervville"/>
              <a:sym typeface="Baskervvill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9"/>
          <p:cNvSpPr txBox="1"/>
          <p:nvPr/>
        </p:nvSpPr>
        <p:spPr>
          <a:xfrm>
            <a:off x="619000" y="564950"/>
            <a:ext cx="7364100" cy="75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700">
                <a:solidFill>
                  <a:schemeClr val="dk1"/>
                </a:solidFill>
                <a:latin typeface="Baskervville"/>
                <a:ea typeface="Baskervville"/>
                <a:cs typeface="Baskervville"/>
                <a:sym typeface="Baskervville"/>
              </a:rPr>
              <a:t>Important Notice For our Partners</a:t>
            </a:r>
            <a:endParaRPr sz="3700">
              <a:solidFill>
                <a:schemeClr val="dk1"/>
              </a:solidFill>
              <a:latin typeface="Baskervville"/>
              <a:ea typeface="Baskervville"/>
              <a:cs typeface="Baskervville"/>
              <a:sym typeface="Baskervville"/>
            </a:endParaRPr>
          </a:p>
        </p:txBody>
      </p:sp>
      <p:pic>
        <p:nvPicPr>
          <p:cNvPr id="221" name="Google Shape;221;p29" title="Screenshot 2025-10-27 at 6.57.29 PM.png"/>
          <p:cNvPicPr preferRelativeResize="0"/>
          <p:nvPr/>
        </p:nvPicPr>
        <p:blipFill>
          <a:blip r:embed="rId3">
            <a:alphaModFix/>
          </a:blip>
          <a:stretch>
            <a:fillRect/>
          </a:stretch>
        </p:blipFill>
        <p:spPr>
          <a:xfrm>
            <a:off x="732100" y="1519775"/>
            <a:ext cx="3055526" cy="2911301"/>
          </a:xfrm>
          <a:prstGeom prst="rect">
            <a:avLst/>
          </a:prstGeom>
          <a:noFill/>
          <a:ln>
            <a:noFill/>
          </a:ln>
        </p:spPr>
      </p:pic>
      <p:sp>
        <p:nvSpPr>
          <p:cNvPr id="222" name="Google Shape;222;p29"/>
          <p:cNvSpPr txBox="1"/>
          <p:nvPr/>
        </p:nvSpPr>
        <p:spPr>
          <a:xfrm>
            <a:off x="4445900" y="1527825"/>
            <a:ext cx="3964500" cy="29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Baskervville"/>
                <a:ea typeface="Baskervville"/>
                <a:cs typeface="Baskervville"/>
                <a:sym typeface="Baskervville"/>
              </a:rPr>
              <a:t>Image Boards must be displayed in this format if there is no image uploaded by user yet. Do not use AI generated images to replace this.</a:t>
            </a:r>
            <a:endParaRPr sz="1800">
              <a:solidFill>
                <a:schemeClr val="dk1"/>
              </a:solidFill>
              <a:latin typeface="Baskervville"/>
              <a:ea typeface="Baskervville"/>
              <a:cs typeface="Baskervville"/>
              <a:sym typeface="Baskervvill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0"/>
          <p:cNvSpPr txBox="1"/>
          <p:nvPr>
            <p:ph idx="8" type="body"/>
          </p:nvPr>
        </p:nvSpPr>
        <p:spPr>
          <a:xfrm>
            <a:off x="620775" y="1064250"/>
            <a:ext cx="7847100" cy="346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latin typeface="Baskervville"/>
                <a:ea typeface="Baskervville"/>
                <a:cs typeface="Baskervville"/>
                <a:sym typeface="Baskervville"/>
              </a:rPr>
              <a:t>-Ratings do not have to be shown with stars/rating bubbles in the Home page</a:t>
            </a:r>
            <a:endParaRPr sz="1800">
              <a:latin typeface="Baskervville"/>
              <a:ea typeface="Baskervville"/>
              <a:cs typeface="Baskervville"/>
              <a:sym typeface="Baskervville"/>
            </a:endParaRPr>
          </a:p>
          <a:p>
            <a:pPr indent="0" lvl="0" marL="0" rtl="0" algn="l">
              <a:spcBef>
                <a:spcPts val="1200"/>
              </a:spcBef>
              <a:spcAft>
                <a:spcPts val="0"/>
              </a:spcAft>
              <a:buNone/>
            </a:pPr>
            <a:r>
              <a:rPr lang="en" sz="1800">
                <a:latin typeface="Baskervville"/>
                <a:ea typeface="Baskervville"/>
                <a:cs typeface="Baskervville"/>
                <a:sym typeface="Baskervville"/>
              </a:rPr>
              <a:t>-Ratings need to have a 5 star/rating bubble display in the ratings and review page</a:t>
            </a:r>
            <a:endParaRPr sz="1800">
              <a:latin typeface="Baskervville"/>
              <a:ea typeface="Baskervville"/>
              <a:cs typeface="Baskervville"/>
              <a:sym typeface="Baskervville"/>
            </a:endParaRPr>
          </a:p>
          <a:p>
            <a:pPr indent="0" lvl="0" marL="0" rtl="0" algn="l">
              <a:spcBef>
                <a:spcPts val="1200"/>
              </a:spcBef>
              <a:spcAft>
                <a:spcPts val="0"/>
              </a:spcAft>
              <a:buNone/>
            </a:pPr>
            <a:r>
              <a:rPr lang="en" sz="1800">
                <a:latin typeface="Baskervville"/>
                <a:ea typeface="Baskervville"/>
                <a:cs typeface="Baskervville"/>
                <a:sym typeface="Baskervville"/>
              </a:rPr>
              <a:t>-Ratings need to use Limed Oak Color #a87c54</a:t>
            </a:r>
            <a:endParaRPr sz="1800">
              <a:latin typeface="Baskervville"/>
              <a:ea typeface="Baskervville"/>
              <a:cs typeface="Baskervville"/>
              <a:sym typeface="Baskervville"/>
            </a:endParaRPr>
          </a:p>
          <a:p>
            <a:pPr indent="0" lvl="0" marL="0" rtl="0" algn="l">
              <a:spcBef>
                <a:spcPts val="1200"/>
              </a:spcBef>
              <a:spcAft>
                <a:spcPts val="0"/>
              </a:spcAft>
              <a:buNone/>
            </a:pPr>
            <a:r>
              <a:rPr lang="en" sz="1800">
                <a:latin typeface="Baskervville"/>
                <a:ea typeface="Baskervville"/>
                <a:cs typeface="Baskervville"/>
                <a:sym typeface="Baskervville"/>
              </a:rPr>
              <a:t>-User Ratings CANNOT display last name only the first abbreviation.</a:t>
            </a:r>
            <a:endParaRPr sz="1800">
              <a:latin typeface="Baskervville"/>
              <a:ea typeface="Baskervville"/>
              <a:cs typeface="Baskervville"/>
              <a:sym typeface="Baskervville"/>
            </a:endParaRPr>
          </a:p>
          <a:p>
            <a:pPr indent="0" lvl="0" marL="0" rtl="0" algn="l">
              <a:spcBef>
                <a:spcPts val="1200"/>
              </a:spcBef>
              <a:spcAft>
                <a:spcPts val="0"/>
              </a:spcAft>
              <a:buNone/>
            </a:pPr>
            <a:r>
              <a:rPr lang="en" sz="1800">
                <a:latin typeface="Baskervville"/>
                <a:ea typeface="Baskervville"/>
                <a:cs typeface="Baskervville"/>
                <a:sym typeface="Baskervville"/>
              </a:rPr>
              <a:t>-Users that have reviews that do not fit in the review bubble must be shortened with a “More” button to display the entire review</a:t>
            </a:r>
            <a:endParaRPr sz="1800">
              <a:latin typeface="Baskervville"/>
              <a:ea typeface="Baskervville"/>
              <a:cs typeface="Baskervville"/>
              <a:sym typeface="Baskervville"/>
            </a:endParaRPr>
          </a:p>
          <a:p>
            <a:pPr indent="0" lvl="0" marL="0" rtl="0" algn="l">
              <a:spcBef>
                <a:spcPts val="1200"/>
              </a:spcBef>
              <a:spcAft>
                <a:spcPts val="1200"/>
              </a:spcAft>
              <a:buNone/>
            </a:pPr>
            <a:r>
              <a:t/>
            </a:r>
            <a:endParaRPr sz="1800">
              <a:latin typeface="Baskervville"/>
              <a:ea typeface="Baskervville"/>
              <a:cs typeface="Baskervville"/>
              <a:sym typeface="Baskervville"/>
            </a:endParaRPr>
          </a:p>
        </p:txBody>
      </p:sp>
      <p:sp>
        <p:nvSpPr>
          <p:cNvPr id="228" name="Google Shape;228;p30"/>
          <p:cNvSpPr txBox="1"/>
          <p:nvPr>
            <p:ph type="title"/>
          </p:nvPr>
        </p:nvSpPr>
        <p:spPr>
          <a:xfrm>
            <a:off x="620775" y="258750"/>
            <a:ext cx="7747800" cy="104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700">
                <a:latin typeface="Baskervville"/>
                <a:ea typeface="Baskervville"/>
                <a:cs typeface="Baskervville"/>
                <a:sym typeface="Baskervville"/>
              </a:rPr>
              <a:t>Reviews and Ratings</a:t>
            </a:r>
            <a:endParaRPr sz="3700">
              <a:latin typeface="Baskervville"/>
              <a:ea typeface="Baskervville"/>
              <a:cs typeface="Baskervville"/>
              <a:sym typeface="Baskervville"/>
            </a:endParaRPr>
          </a:p>
        </p:txBody>
      </p:sp>
      <p:pic>
        <p:nvPicPr>
          <p:cNvPr id="229" name="Google Shape;229;p30" title="Screenshot 2025-10-27 151519.png"/>
          <p:cNvPicPr preferRelativeResize="0"/>
          <p:nvPr/>
        </p:nvPicPr>
        <p:blipFill rotWithShape="1">
          <a:blip r:embed="rId3">
            <a:alphaModFix/>
          </a:blip>
          <a:srcRect b="4045" l="0" r="0" t="7239"/>
          <a:stretch/>
        </p:blipFill>
        <p:spPr>
          <a:xfrm>
            <a:off x="5794800" y="2384575"/>
            <a:ext cx="2248225" cy="5362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1"/>
          <p:cNvSpPr txBox="1"/>
          <p:nvPr>
            <p:ph idx="1" type="body"/>
          </p:nvPr>
        </p:nvSpPr>
        <p:spPr>
          <a:xfrm>
            <a:off x="620775" y="1049850"/>
            <a:ext cx="7859400" cy="38361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1600">
                <a:latin typeface="Baskervville"/>
                <a:ea typeface="Baskervville"/>
                <a:cs typeface="Baskervville"/>
                <a:sym typeface="Baskervville"/>
              </a:rPr>
              <a:t>Our main targeted audience would be the everyday traveler but specifically the one friend in the group that always makes the group vacation </a:t>
            </a:r>
            <a:r>
              <a:rPr lang="en" sz="1600">
                <a:latin typeface="Baskervville"/>
                <a:ea typeface="Baskervville"/>
                <a:cs typeface="Baskervville"/>
                <a:sym typeface="Baskervville"/>
              </a:rPr>
              <a:t>itinerary</a:t>
            </a:r>
            <a:r>
              <a:rPr lang="en" sz="1600">
                <a:latin typeface="Baskervville"/>
                <a:ea typeface="Baskervville"/>
                <a:cs typeface="Baskervville"/>
                <a:sym typeface="Baskervville"/>
              </a:rPr>
              <a:t>. Sometimes it can be a hassle that’s why we are here to help. No matter how long or short the trip is, VacayTree is designed so that all your plans can fit on one screen.</a:t>
            </a:r>
            <a:endParaRPr sz="1600">
              <a:latin typeface="Baskervville"/>
              <a:ea typeface="Baskervville"/>
              <a:cs typeface="Baskervville"/>
              <a:sym typeface="Baskervville"/>
            </a:endParaRPr>
          </a:p>
        </p:txBody>
      </p:sp>
      <p:sp>
        <p:nvSpPr>
          <p:cNvPr id="235" name="Google Shape;235;p31"/>
          <p:cNvSpPr txBox="1"/>
          <p:nvPr>
            <p:ph type="title"/>
          </p:nvPr>
        </p:nvSpPr>
        <p:spPr>
          <a:xfrm>
            <a:off x="620775" y="258750"/>
            <a:ext cx="7761900" cy="10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Baskervville"/>
                <a:ea typeface="Baskervville"/>
                <a:cs typeface="Baskervville"/>
                <a:sym typeface="Baskervville"/>
              </a:rPr>
              <a:t>Overview</a:t>
            </a:r>
            <a:endParaRPr>
              <a:latin typeface="Baskervville"/>
              <a:ea typeface="Baskervville"/>
              <a:cs typeface="Baskervville"/>
              <a:sym typeface="Baskervvill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32"/>
          <p:cNvPicPr preferRelativeResize="0"/>
          <p:nvPr/>
        </p:nvPicPr>
        <p:blipFill>
          <a:blip r:embed="rId3">
            <a:alphaModFix/>
          </a:blip>
          <a:stretch>
            <a:fillRect/>
          </a:stretch>
        </p:blipFill>
        <p:spPr>
          <a:xfrm>
            <a:off x="2933575" y="2187276"/>
            <a:ext cx="3386302" cy="768950"/>
          </a:xfrm>
          <a:prstGeom prst="rect">
            <a:avLst/>
          </a:prstGeom>
          <a:noFill/>
          <a:ln>
            <a:noFill/>
          </a:ln>
        </p:spPr>
      </p:pic>
      <p:sp>
        <p:nvSpPr>
          <p:cNvPr id="241" name="Google Shape;241;p32"/>
          <p:cNvSpPr txBox="1"/>
          <p:nvPr/>
        </p:nvSpPr>
        <p:spPr>
          <a:xfrm>
            <a:off x="8123375" y="4555500"/>
            <a:ext cx="168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Poppins Light"/>
                <a:ea typeface="Poppins Light"/>
                <a:cs typeface="Poppins Light"/>
                <a:sym typeface="Poppins Light"/>
              </a:rPr>
              <a:t>2025</a:t>
            </a:r>
            <a:endParaRPr sz="1800">
              <a:solidFill>
                <a:schemeClr val="dk1"/>
              </a:solidFill>
              <a:latin typeface="Poppins Light"/>
              <a:ea typeface="Poppins Light"/>
              <a:cs typeface="Poppins Light"/>
              <a:sym typeface="Poppins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